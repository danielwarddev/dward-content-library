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5" r:id="rId3"/>
    <p:sldId id="316" r:id="rId4"/>
    <p:sldId id="317" r:id="rId5"/>
    <p:sldId id="31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7148CE5-B5CF-4843-B66A-964A892FCC96}">
          <p14:sldIdLst>
            <p14:sldId id="256"/>
            <p14:sldId id="315"/>
            <p14:sldId id="316"/>
            <p14:sldId id="317"/>
            <p14:sldId id="31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EED81-F8C5-6A26-78CF-BC2DD8D57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460EF-0B78-2A92-462B-9DA941AB9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48B17-7E3B-0637-48D3-D93BC1236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6CE3-4B79-4FAE-8E7F-E5428A3DBFB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8CB3F-0D03-8F04-9E35-8736330FB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D3FEF-BB99-5647-4989-D77EAC7A9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02D4-906E-4E1F-B160-2F8B354A0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48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48917-06BC-6D5D-815F-39C7804AC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13F5F-60DF-CEA6-B305-5BFEA3044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68887-FA0B-82FB-33C7-9E63C9E68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6CE3-4B79-4FAE-8E7F-E5428A3DBFB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4C2EE-21E4-6AA4-3971-28D951810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60F2C-21F2-750A-F9B3-12F75B67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02D4-906E-4E1F-B160-2F8B354A0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13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2DF9D-230F-CB4B-C68D-60EDB781C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B30C2-2ED1-974C-DCBE-A2EA30472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5534E-D6E1-DA92-7A73-76032B898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6CE3-4B79-4FAE-8E7F-E5428A3DBFB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836A0-17DD-AE35-DB2A-EE5F55DD3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5DCA8-1794-6ECF-7111-DAA80032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02D4-906E-4E1F-B160-2F8B354A0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80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9FC46-BBBF-6364-5772-17E767D6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AB7D4-030E-7D6D-37E5-B7F87231A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7C92D-71CA-428F-7E86-592FD1EBA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CC4D4-E747-0D72-5766-D003E5D13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6CE3-4B79-4FAE-8E7F-E5428A3DBFB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D1FD9-BA62-2E7B-F049-3BA38A6E2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09539-20D2-76C3-C111-B9360D31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02D4-906E-4E1F-B160-2F8B354A0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63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52683-111C-8E82-84C4-F00D39916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8E45E-1119-5D4F-7FC9-72658C42F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AAC44-7AE5-D397-46DE-709E0DB8C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E22A7C-C9EF-61CF-50FD-5D840B59E9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52F496-8D64-2A62-99D8-031A527F1C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D5106D-B76C-BD50-C3BC-B025989F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6CE3-4B79-4FAE-8E7F-E5428A3DBFB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DF4DA-6E15-B62E-866B-7C96EE54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08160-D8A4-2315-005C-26FF1E154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02D4-906E-4E1F-B160-2F8B354A0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4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0D4F8-7DA9-A14E-D126-F282B1D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2F5E0-B235-01DD-4E06-EEC37867B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6CE3-4B79-4FAE-8E7F-E5428A3DBFB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1BB6D-FDAF-4C09-F131-3FB0E8B66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D98659-7525-2270-2D95-5D35C82B5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02D4-906E-4E1F-B160-2F8B354A0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54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CEF738-2992-901F-CD55-5422AF46C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6CE3-4B79-4FAE-8E7F-E5428A3DBFB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CC8665-FA34-0E2E-64AC-30E074F1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E9011-92EE-BDA8-08FF-A5071F1E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02D4-906E-4E1F-B160-2F8B354A0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01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9F59-CD7E-FE84-A02F-863D22457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B0A7C-8E66-643B-6A9E-53BB39D2F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66B87-1757-CB5F-C61C-C80A0A5FA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5764D-EE3D-AB33-451B-FCFCF4714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6CE3-4B79-4FAE-8E7F-E5428A3DBFB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50B3C-32EA-AA5F-0123-6A8BB3183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8DE63-5FF0-0B54-691E-5EDA8F1BB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02D4-906E-4E1F-B160-2F8B354A0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97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1279F-ACAB-92CD-D28C-8EAD741E7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04E743-EC2B-3BB6-25B6-4B79C027A2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57B6C-4B6A-A8A2-8529-65D7FD9E4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9C201-B3E8-2F78-E0F0-B973B690D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6CE3-4B79-4FAE-8E7F-E5428A3DBFB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E35C9-8AC3-B4D6-A6F7-1C3869F5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90BC4-0A37-1E1D-2770-CC6836D9B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02D4-906E-4E1F-B160-2F8B354A0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328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4183-4476-871E-D884-960512E39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90AFC-41CA-0EBF-2474-D54975711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BBF8C-B3A1-B4A3-F7B0-CD5FB29C6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6CE3-4B79-4FAE-8E7F-E5428A3DBFB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4F704-0A33-B3A5-2C73-0D8CE085D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35073-FB32-D2B6-DBE1-FB78A7320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02D4-906E-4E1F-B160-2F8B354A0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7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6229A-3C63-65C3-FA5B-D3B9035A2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9F68D4-2BCF-FB59-89C1-5E255FBB1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D3793-5C9A-CC1F-830D-63998EE5B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6CE3-4B79-4FAE-8E7F-E5428A3DBFB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2F7A3-8C0B-7A34-FF8B-B88D0CAF5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108F9-6177-7FBD-49E5-B0E4FCC9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02D4-906E-4E1F-B160-2F8B354A0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3E7671-76D6-73D2-8F61-EE704682A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3E242-0A2F-BC7F-4524-5CEB2FCEB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A458F-19E3-CA29-9044-A0F48B3ED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816CE3-4B79-4FAE-8E7F-E5428A3DBFB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A8987-EEB7-C2E6-0390-2E28F5149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8516E-F8EE-1FD7-B1AF-5B7D7265E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2A02D4-906E-4E1F-B160-2F8B354A0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9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48D0C-8E78-172A-1B9D-0B97FE9DB3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5EEF2-CAE5-B331-BF70-3B67F7D2F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30466"/>
          </a:xfrm>
        </p:spPr>
        <p:txBody>
          <a:bodyPr/>
          <a:lstStyle/>
          <a:p>
            <a:r>
              <a:rPr lang="en-US" b="1" dirty="0"/>
              <a:t>Subtitle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C2C0C01-0483-F08A-ACB1-C18B6DF3006C}"/>
              </a:ext>
            </a:extLst>
          </p:cNvPr>
          <p:cNvSpPr txBox="1">
            <a:spLocks/>
          </p:cNvSpPr>
          <p:nvPr/>
        </p:nvSpPr>
        <p:spPr>
          <a:xfrm>
            <a:off x="1524000" y="6296470"/>
            <a:ext cx="9144000" cy="43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Daniel Ward</a:t>
            </a:r>
          </a:p>
        </p:txBody>
      </p:sp>
    </p:spTree>
    <p:extLst>
      <p:ext uri="{BB962C8B-B14F-4D97-AF65-F5344CB8AC3E}">
        <p14:creationId xmlns:p14="http://schemas.microsoft.com/office/powerpoint/2010/main" val="444256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44E12-CB01-8E67-093F-B8C2FA340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C9571-5DAF-CA4A-F3DC-B8D02D730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5E8CF-8F58-E12E-E7EC-3D1C7C074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/>
              <a:t>Software developer, consultant</a:t>
            </a:r>
          </a:p>
          <a:p>
            <a:r>
              <a:rPr lang="en-US" sz="3000" dirty="0"/>
              <a:t>Microsoft .NET MVP</a:t>
            </a:r>
          </a:p>
          <a:p>
            <a:r>
              <a:rPr lang="en-US" sz="3000" dirty="0"/>
              <a:t>Co-organizer of the San Antonio/Austin .NET User Group</a:t>
            </a:r>
          </a:p>
          <a:p>
            <a:r>
              <a:rPr lang="en-US" sz="3000" dirty="0"/>
              <a:t>🌐 daninacan.com</a:t>
            </a:r>
          </a:p>
          <a:p>
            <a:r>
              <a:rPr lang="en-US" sz="3000" dirty="0"/>
              <a:t>      @danielwarddev</a:t>
            </a:r>
          </a:p>
          <a:p>
            <a:r>
              <a:rPr lang="en-US" sz="3000" dirty="0"/>
              <a:t>       </a:t>
            </a:r>
            <a:r>
              <a:rPr lang="en-US" sz="3000" dirty="0" err="1"/>
              <a:t>daniel</a:t>
            </a:r>
            <a:r>
              <a:rPr lang="en-US" sz="3000" dirty="0"/>
              <a:t>-ward-dev</a:t>
            </a:r>
          </a:p>
          <a:p>
            <a:r>
              <a:rPr lang="en-US" sz="3000" dirty="0"/>
              <a:t>       </a:t>
            </a:r>
            <a:r>
              <a:rPr lang="en-US" sz="3000" dirty="0" err="1"/>
              <a:t>danielwarddev.bsky.social</a:t>
            </a:r>
            <a:endParaRPr lang="en-US" sz="3000" dirty="0"/>
          </a:p>
          <a:p>
            <a:endParaRPr lang="en-US" dirty="0"/>
          </a:p>
        </p:txBody>
      </p:sp>
      <p:pic>
        <p:nvPicPr>
          <p:cNvPr id="8" name="Picture 7" descr="A blue and white diamond with letters&#10;&#10;Description automatically generated">
            <a:extLst>
              <a:ext uri="{FF2B5EF4-FFF2-40B4-BE49-F238E27FC236}">
                <a16:creationId xmlns:a16="http://schemas.microsoft.com/office/drawing/2014/main" id="{B0E82037-0384-B748-1CF9-CE8787B88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217" y="383989"/>
            <a:ext cx="1870007" cy="1870007"/>
          </a:xfrm>
          <a:prstGeom prst="rect">
            <a:avLst/>
          </a:prstGeom>
        </p:spPr>
      </p:pic>
      <p:pic>
        <p:nvPicPr>
          <p:cNvPr id="9" name="Picture 8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2ECB23AA-66EA-9F58-1913-20A523C8BB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472" y="685800"/>
            <a:ext cx="3995928" cy="1518453"/>
          </a:xfrm>
          <a:prstGeom prst="rect">
            <a:avLst/>
          </a:prstGeom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771787C-4A7A-DECC-01EA-E8DC601D88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05" y="4679048"/>
            <a:ext cx="332593" cy="34024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B264C83-3877-FE51-7D52-BB9F9495F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5540" y="5105409"/>
            <a:ext cx="467077" cy="394286"/>
          </a:xfrm>
          <a:prstGeom prst="rect">
            <a:avLst/>
          </a:prstGeom>
        </p:spPr>
      </p:pic>
      <p:pic>
        <p:nvPicPr>
          <p:cNvPr id="7" name="Picture 6" descr="A blue butterfly on a black background&#10;&#10;Description automatically generated">
            <a:extLst>
              <a:ext uri="{FF2B5EF4-FFF2-40B4-BE49-F238E27FC236}">
                <a16:creationId xmlns:a16="http://schemas.microsoft.com/office/drawing/2014/main" id="{60DE0118-1BF5-ABB5-C55E-A3B44779F9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21" y="5538481"/>
            <a:ext cx="475960" cy="420432"/>
          </a:xfrm>
          <a:prstGeom prst="rect">
            <a:avLst/>
          </a:prstGeom>
        </p:spPr>
      </p:pic>
      <p:pic>
        <p:nvPicPr>
          <p:cNvPr id="13" name="Picture 12" descr="A blue and white logo&#10;&#10;Description automatically generated">
            <a:extLst>
              <a:ext uri="{FF2B5EF4-FFF2-40B4-BE49-F238E27FC236}">
                <a16:creationId xmlns:a16="http://schemas.microsoft.com/office/drawing/2014/main" id="{8F48E582-1E54-893A-9837-7664738257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736" y="329184"/>
            <a:ext cx="3886157" cy="2185963"/>
          </a:xfrm>
          <a:prstGeom prst="rect">
            <a:avLst/>
          </a:prstGeom>
        </p:spPr>
      </p:pic>
      <p:pic>
        <p:nvPicPr>
          <p:cNvPr id="15" name="Picture 14" descr="A blue and black logo&#10;&#10;Description automatically generated">
            <a:extLst>
              <a:ext uri="{FF2B5EF4-FFF2-40B4-BE49-F238E27FC236}">
                <a16:creationId xmlns:a16="http://schemas.microsoft.com/office/drawing/2014/main" id="{34CA0C87-79A8-5A64-3BB8-D5F3C22D89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657" y="2500610"/>
            <a:ext cx="4286201" cy="218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092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031EA-ECFB-8537-3AA1-7F4835C79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2C6CC-FC0A-5C13-0C53-2DA4FB84C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26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F47B0-D42A-0079-C2B4-606449AF9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931D8-2B71-1D5B-EFDF-1CB3CA827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999C9-76EC-0503-D3CC-D56897D68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27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23C12-D6E5-A7EC-6BCC-71BC30A20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4C5D8-635C-9BEC-5330-81DD0864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42C36-E5EB-DEF0-F23B-FA050A293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71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44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Title</vt:lpstr>
      <vt:lpstr>Me</vt:lpstr>
      <vt:lpstr>Outline</vt:lpstr>
      <vt:lpstr>Recap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Ward</dc:creator>
  <cp:lastModifiedBy>Daniel Ward</cp:lastModifiedBy>
  <cp:revision>1</cp:revision>
  <dcterms:created xsi:type="dcterms:W3CDTF">2026-09-22T02:05:47Z</dcterms:created>
  <dcterms:modified xsi:type="dcterms:W3CDTF">2026-09-22T03:07:13Z</dcterms:modified>
</cp:coreProperties>
</file>