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9" r:id="rId3"/>
    <p:sldId id="258" r:id="rId4"/>
    <p:sldId id="265" r:id="rId5"/>
    <p:sldId id="275" r:id="rId6"/>
    <p:sldId id="267" r:id="rId7"/>
    <p:sldId id="266" r:id="rId8"/>
    <p:sldId id="268" r:id="rId9"/>
    <p:sldId id="260" r:id="rId10"/>
    <p:sldId id="276" r:id="rId11"/>
    <p:sldId id="281" r:id="rId12"/>
    <p:sldId id="282" r:id="rId13"/>
    <p:sldId id="283" r:id="rId14"/>
    <p:sldId id="270" r:id="rId15"/>
    <p:sldId id="273" r:id="rId16"/>
    <p:sldId id="261" r:id="rId17"/>
    <p:sldId id="263" r:id="rId18"/>
    <p:sldId id="262" r:id="rId19"/>
    <p:sldId id="280" r:id="rId20"/>
    <p:sldId id="28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41" autoAdjust="0"/>
    <p:restoredTop sz="94660"/>
  </p:normalViewPr>
  <p:slideViewPr>
    <p:cSldViewPr snapToGrid="0">
      <p:cViewPr varScale="1">
        <p:scale>
          <a:sx n="93" d="100"/>
          <a:sy n="93" d="100"/>
        </p:scale>
        <p:origin x="6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6B7681-C6D8-4C7D-BABA-AE7ED6E4CEF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CBB3CBE-9164-4CC7-A019-F9C029F31F4E}">
      <dgm:prSet/>
      <dgm:spPr/>
      <dgm:t>
        <a:bodyPr/>
        <a:lstStyle/>
        <a:p>
          <a:r>
            <a:rPr lang="en-US"/>
            <a:t>What is contract testing?</a:t>
          </a:r>
        </a:p>
      </dgm:t>
    </dgm:pt>
    <dgm:pt modelId="{0A1190B5-4039-4714-BE34-1FDEB2BD41A7}" type="parTrans" cxnId="{18F31542-8977-4730-9646-5C5C721BA707}">
      <dgm:prSet/>
      <dgm:spPr/>
      <dgm:t>
        <a:bodyPr/>
        <a:lstStyle/>
        <a:p>
          <a:endParaRPr lang="en-US"/>
        </a:p>
      </dgm:t>
    </dgm:pt>
    <dgm:pt modelId="{4155B4AA-EB25-4A58-8DB5-46C24A947E3D}" type="sibTrans" cxnId="{18F31542-8977-4730-9646-5C5C721BA707}">
      <dgm:prSet/>
      <dgm:spPr/>
      <dgm:t>
        <a:bodyPr/>
        <a:lstStyle/>
        <a:p>
          <a:endParaRPr lang="en-US"/>
        </a:p>
      </dgm:t>
    </dgm:pt>
    <dgm:pt modelId="{E36C030D-0440-4E3A-8FBA-A9CF8E4D5B57}">
      <dgm:prSet/>
      <dgm:spPr/>
      <dgm:t>
        <a:bodyPr/>
        <a:lstStyle/>
        <a:p>
          <a:r>
            <a:rPr lang="en-US"/>
            <a:t>Why use it over current testing methods?</a:t>
          </a:r>
        </a:p>
      </dgm:t>
    </dgm:pt>
    <dgm:pt modelId="{B9F84C39-921D-4D3D-918E-64E856FB9556}" type="parTrans" cxnId="{8A0658F9-89FE-4420-8985-9134D544CAA0}">
      <dgm:prSet/>
      <dgm:spPr/>
      <dgm:t>
        <a:bodyPr/>
        <a:lstStyle/>
        <a:p>
          <a:endParaRPr lang="en-US"/>
        </a:p>
      </dgm:t>
    </dgm:pt>
    <dgm:pt modelId="{BEE2355A-4959-47FF-912F-BB8BFB4B3880}" type="sibTrans" cxnId="{8A0658F9-89FE-4420-8985-9134D544CAA0}">
      <dgm:prSet/>
      <dgm:spPr/>
      <dgm:t>
        <a:bodyPr/>
        <a:lstStyle/>
        <a:p>
          <a:endParaRPr lang="en-US"/>
        </a:p>
      </dgm:t>
    </dgm:pt>
    <dgm:pt modelId="{4D09C6E1-F06C-40E0-BD00-8FC248B9A423}">
      <dgm:prSet/>
      <dgm:spPr/>
      <dgm:t>
        <a:bodyPr/>
        <a:lstStyle/>
        <a:p>
          <a:r>
            <a:rPr lang="en-US"/>
            <a:t>Microservices implications</a:t>
          </a:r>
        </a:p>
      </dgm:t>
    </dgm:pt>
    <dgm:pt modelId="{6AAA94DA-96C1-4F5E-A127-F05046D9DA93}" type="parTrans" cxnId="{0CAD2655-A914-4BB0-B607-7D8EA765F436}">
      <dgm:prSet/>
      <dgm:spPr/>
      <dgm:t>
        <a:bodyPr/>
        <a:lstStyle/>
        <a:p>
          <a:endParaRPr lang="en-US"/>
        </a:p>
      </dgm:t>
    </dgm:pt>
    <dgm:pt modelId="{4089CBC6-1DA4-49D3-B081-11D297F40B41}" type="sibTrans" cxnId="{0CAD2655-A914-4BB0-B607-7D8EA765F436}">
      <dgm:prSet/>
      <dgm:spPr/>
      <dgm:t>
        <a:bodyPr/>
        <a:lstStyle/>
        <a:p>
          <a:endParaRPr lang="en-US"/>
        </a:p>
      </dgm:t>
    </dgm:pt>
    <dgm:pt modelId="{033A9976-D388-46AF-912A-AC00C54BAA11}">
      <dgm:prSet/>
      <dgm:spPr/>
      <dgm:t>
        <a:bodyPr/>
        <a:lstStyle/>
        <a:p>
          <a:r>
            <a:rPr lang="en-US" dirty="0"/>
            <a:t>How to contract test</a:t>
          </a:r>
        </a:p>
      </dgm:t>
    </dgm:pt>
    <dgm:pt modelId="{CD1C02B9-3840-49D6-8C07-B0818D0C95B6}" type="parTrans" cxnId="{21E043CF-7B60-4352-80CE-E4E9430B973F}">
      <dgm:prSet/>
      <dgm:spPr/>
      <dgm:t>
        <a:bodyPr/>
        <a:lstStyle/>
        <a:p>
          <a:endParaRPr lang="en-US"/>
        </a:p>
      </dgm:t>
    </dgm:pt>
    <dgm:pt modelId="{01C0E72B-1D8A-47EA-8D8A-200225303030}" type="sibTrans" cxnId="{21E043CF-7B60-4352-80CE-E4E9430B973F}">
      <dgm:prSet/>
      <dgm:spPr/>
      <dgm:t>
        <a:bodyPr/>
        <a:lstStyle/>
        <a:p>
          <a:endParaRPr lang="en-US"/>
        </a:p>
      </dgm:t>
    </dgm:pt>
    <dgm:pt modelId="{F22B7434-D0A9-4534-8730-4139A9C1B827}">
      <dgm:prSet/>
      <dgm:spPr/>
      <dgm:t>
        <a:bodyPr/>
        <a:lstStyle/>
        <a:p>
          <a:r>
            <a:rPr lang="en-US" dirty="0"/>
            <a:t>Coding demo with Pact</a:t>
          </a:r>
        </a:p>
      </dgm:t>
    </dgm:pt>
    <dgm:pt modelId="{979F91B0-62E7-496E-973A-58891DCB7F04}" type="parTrans" cxnId="{256DFA2C-E9D3-4DD6-B097-C86FCE832C08}">
      <dgm:prSet/>
      <dgm:spPr/>
      <dgm:t>
        <a:bodyPr/>
        <a:lstStyle/>
        <a:p>
          <a:endParaRPr lang="en-US"/>
        </a:p>
      </dgm:t>
    </dgm:pt>
    <dgm:pt modelId="{12B70221-D630-4FB2-B43A-9D7ABF0454FB}" type="sibTrans" cxnId="{256DFA2C-E9D3-4DD6-B097-C86FCE832C08}">
      <dgm:prSet/>
      <dgm:spPr/>
      <dgm:t>
        <a:bodyPr/>
        <a:lstStyle/>
        <a:p>
          <a:endParaRPr lang="en-US"/>
        </a:p>
      </dgm:t>
    </dgm:pt>
    <dgm:pt modelId="{2B156724-1581-4AF6-B858-DF7527A07D9E}" type="pres">
      <dgm:prSet presAssocID="{796B7681-C6D8-4C7D-BABA-AE7ED6E4CEF1}" presName="root" presStyleCnt="0">
        <dgm:presLayoutVars>
          <dgm:dir/>
          <dgm:resizeHandles val="exact"/>
        </dgm:presLayoutVars>
      </dgm:prSet>
      <dgm:spPr/>
    </dgm:pt>
    <dgm:pt modelId="{94AF30A6-176B-4256-AF45-9AD32643563A}" type="pres">
      <dgm:prSet presAssocID="{3CBB3CBE-9164-4CC7-A019-F9C029F31F4E}" presName="compNode" presStyleCnt="0"/>
      <dgm:spPr/>
    </dgm:pt>
    <dgm:pt modelId="{30D060B4-778B-459C-8834-946150B76D34}" type="pres">
      <dgm:prSet presAssocID="{3CBB3CBE-9164-4CC7-A019-F9C029F31F4E}" presName="bgRect" presStyleLbl="bgShp" presStyleIdx="0" presStyleCnt="5"/>
      <dgm:spPr/>
    </dgm:pt>
    <dgm:pt modelId="{06DF13C2-558C-48EF-A13C-5F95A706CAD7}" type="pres">
      <dgm:prSet presAssocID="{3CBB3CBE-9164-4CC7-A019-F9C029F31F4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39326FAF-52E8-45B2-A285-BAA0509564BC}" type="pres">
      <dgm:prSet presAssocID="{3CBB3CBE-9164-4CC7-A019-F9C029F31F4E}" presName="spaceRect" presStyleCnt="0"/>
      <dgm:spPr/>
    </dgm:pt>
    <dgm:pt modelId="{2D008451-E0FF-420D-9D8B-3255D4C7DFA8}" type="pres">
      <dgm:prSet presAssocID="{3CBB3CBE-9164-4CC7-A019-F9C029F31F4E}" presName="parTx" presStyleLbl="revTx" presStyleIdx="0" presStyleCnt="5">
        <dgm:presLayoutVars>
          <dgm:chMax val="0"/>
          <dgm:chPref val="0"/>
        </dgm:presLayoutVars>
      </dgm:prSet>
      <dgm:spPr/>
    </dgm:pt>
    <dgm:pt modelId="{28884718-857A-4311-A1AC-3B64C98907BD}" type="pres">
      <dgm:prSet presAssocID="{4155B4AA-EB25-4A58-8DB5-46C24A947E3D}" presName="sibTrans" presStyleCnt="0"/>
      <dgm:spPr/>
    </dgm:pt>
    <dgm:pt modelId="{6BD4F400-4904-4B32-918E-F5AF56BBEBD3}" type="pres">
      <dgm:prSet presAssocID="{E36C030D-0440-4E3A-8FBA-A9CF8E4D5B57}" presName="compNode" presStyleCnt="0"/>
      <dgm:spPr/>
    </dgm:pt>
    <dgm:pt modelId="{3EAA538D-6784-477A-B1EF-825A287262CA}" type="pres">
      <dgm:prSet presAssocID="{E36C030D-0440-4E3A-8FBA-A9CF8E4D5B57}" presName="bgRect" presStyleLbl="bgShp" presStyleIdx="1" presStyleCnt="5"/>
      <dgm:spPr/>
    </dgm:pt>
    <dgm:pt modelId="{5246310E-708B-48EA-B0AE-9212FE894368}" type="pres">
      <dgm:prSet presAssocID="{E36C030D-0440-4E3A-8FBA-A9CF8E4D5B5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77C001B-9042-4194-A028-C51F3888CC28}" type="pres">
      <dgm:prSet presAssocID="{E36C030D-0440-4E3A-8FBA-A9CF8E4D5B57}" presName="spaceRect" presStyleCnt="0"/>
      <dgm:spPr/>
    </dgm:pt>
    <dgm:pt modelId="{2EF02009-DD38-48BA-9170-A884D6EDDDC3}" type="pres">
      <dgm:prSet presAssocID="{E36C030D-0440-4E3A-8FBA-A9CF8E4D5B57}" presName="parTx" presStyleLbl="revTx" presStyleIdx="1" presStyleCnt="5">
        <dgm:presLayoutVars>
          <dgm:chMax val="0"/>
          <dgm:chPref val="0"/>
        </dgm:presLayoutVars>
      </dgm:prSet>
      <dgm:spPr/>
    </dgm:pt>
    <dgm:pt modelId="{C6B44E77-48C5-421C-8C0E-9F368266C66C}" type="pres">
      <dgm:prSet presAssocID="{BEE2355A-4959-47FF-912F-BB8BFB4B3880}" presName="sibTrans" presStyleCnt="0"/>
      <dgm:spPr/>
    </dgm:pt>
    <dgm:pt modelId="{3156C652-AFC7-4E96-90E3-D30F1EA0546E}" type="pres">
      <dgm:prSet presAssocID="{4D09C6E1-F06C-40E0-BD00-8FC248B9A423}" presName="compNode" presStyleCnt="0"/>
      <dgm:spPr/>
    </dgm:pt>
    <dgm:pt modelId="{1D5A20B1-946F-4C18-BFCC-DE76F6ABBA37}" type="pres">
      <dgm:prSet presAssocID="{4D09C6E1-F06C-40E0-BD00-8FC248B9A423}" presName="bgRect" presStyleLbl="bgShp" presStyleIdx="2" presStyleCnt="5"/>
      <dgm:spPr/>
    </dgm:pt>
    <dgm:pt modelId="{0ADF35A4-0C50-497A-9240-AB6B84DC2208}" type="pres">
      <dgm:prSet presAssocID="{4D09C6E1-F06C-40E0-BD00-8FC248B9A42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7C874A7-15AD-4D2A-AC92-C7FD8A2989AF}" type="pres">
      <dgm:prSet presAssocID="{4D09C6E1-F06C-40E0-BD00-8FC248B9A423}" presName="spaceRect" presStyleCnt="0"/>
      <dgm:spPr/>
    </dgm:pt>
    <dgm:pt modelId="{DE959FBF-0759-44C7-B3A7-EBC82006674C}" type="pres">
      <dgm:prSet presAssocID="{4D09C6E1-F06C-40E0-BD00-8FC248B9A423}" presName="parTx" presStyleLbl="revTx" presStyleIdx="2" presStyleCnt="5">
        <dgm:presLayoutVars>
          <dgm:chMax val="0"/>
          <dgm:chPref val="0"/>
        </dgm:presLayoutVars>
      </dgm:prSet>
      <dgm:spPr/>
    </dgm:pt>
    <dgm:pt modelId="{60D56D66-5B3E-405E-AE19-D74B782955E2}" type="pres">
      <dgm:prSet presAssocID="{4089CBC6-1DA4-49D3-B081-11D297F40B41}" presName="sibTrans" presStyleCnt="0"/>
      <dgm:spPr/>
    </dgm:pt>
    <dgm:pt modelId="{A8770591-AAEC-4A21-BB8D-B87B490FBECD}" type="pres">
      <dgm:prSet presAssocID="{033A9976-D388-46AF-912A-AC00C54BAA11}" presName="compNode" presStyleCnt="0"/>
      <dgm:spPr/>
    </dgm:pt>
    <dgm:pt modelId="{E81868AA-FD6A-4ADD-AFEC-B6ECB73B6DFA}" type="pres">
      <dgm:prSet presAssocID="{033A9976-D388-46AF-912A-AC00C54BAA11}" presName="bgRect" presStyleLbl="bgShp" presStyleIdx="3" presStyleCnt="5"/>
      <dgm:spPr/>
    </dgm:pt>
    <dgm:pt modelId="{AF077CE7-D7A2-41BB-9A3F-6FC0BB7694B7}" type="pres">
      <dgm:prSet presAssocID="{033A9976-D388-46AF-912A-AC00C54BAA1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2CB6463-9C95-4690-9264-1D057DA4FD93}" type="pres">
      <dgm:prSet presAssocID="{033A9976-D388-46AF-912A-AC00C54BAA11}" presName="spaceRect" presStyleCnt="0"/>
      <dgm:spPr/>
    </dgm:pt>
    <dgm:pt modelId="{B4954573-D609-4557-8E1C-847DCC12E310}" type="pres">
      <dgm:prSet presAssocID="{033A9976-D388-46AF-912A-AC00C54BAA11}" presName="parTx" presStyleLbl="revTx" presStyleIdx="3" presStyleCnt="5">
        <dgm:presLayoutVars>
          <dgm:chMax val="0"/>
          <dgm:chPref val="0"/>
        </dgm:presLayoutVars>
      </dgm:prSet>
      <dgm:spPr/>
    </dgm:pt>
    <dgm:pt modelId="{56F3F023-731E-4EAB-B40E-0AAD36FE611C}" type="pres">
      <dgm:prSet presAssocID="{01C0E72B-1D8A-47EA-8D8A-200225303030}" presName="sibTrans" presStyleCnt="0"/>
      <dgm:spPr/>
    </dgm:pt>
    <dgm:pt modelId="{80B3A68B-F223-43E8-949F-E2F1072B116B}" type="pres">
      <dgm:prSet presAssocID="{F22B7434-D0A9-4534-8730-4139A9C1B827}" presName="compNode" presStyleCnt="0"/>
      <dgm:spPr/>
    </dgm:pt>
    <dgm:pt modelId="{FB51F7FD-6A1F-454D-8C4C-E74B94B93E42}" type="pres">
      <dgm:prSet presAssocID="{F22B7434-D0A9-4534-8730-4139A9C1B827}" presName="bgRect" presStyleLbl="bgShp" presStyleIdx="4" presStyleCnt="5"/>
      <dgm:spPr/>
    </dgm:pt>
    <dgm:pt modelId="{A8F769EA-A07D-4606-BFBA-9624094036E8}" type="pres">
      <dgm:prSet presAssocID="{F22B7434-D0A9-4534-8730-4139A9C1B82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01223955-D6B4-45A2-9937-9273A0D9B3CC}" type="pres">
      <dgm:prSet presAssocID="{F22B7434-D0A9-4534-8730-4139A9C1B827}" presName="spaceRect" presStyleCnt="0"/>
      <dgm:spPr/>
    </dgm:pt>
    <dgm:pt modelId="{839A2C13-D46C-4E85-9A44-61C1953801EC}" type="pres">
      <dgm:prSet presAssocID="{F22B7434-D0A9-4534-8730-4139A9C1B82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56DFA2C-E9D3-4DD6-B097-C86FCE832C08}" srcId="{796B7681-C6D8-4C7D-BABA-AE7ED6E4CEF1}" destId="{F22B7434-D0A9-4534-8730-4139A9C1B827}" srcOrd="4" destOrd="0" parTransId="{979F91B0-62E7-496E-973A-58891DCB7F04}" sibTransId="{12B70221-D630-4FB2-B43A-9D7ABF0454FB}"/>
    <dgm:cxn modelId="{3B131932-A528-4D0F-A77B-3EE98E7EA5CB}" type="presOf" srcId="{4D09C6E1-F06C-40E0-BD00-8FC248B9A423}" destId="{DE959FBF-0759-44C7-B3A7-EBC82006674C}" srcOrd="0" destOrd="0" presId="urn:microsoft.com/office/officeart/2018/2/layout/IconVerticalSolidList"/>
    <dgm:cxn modelId="{B774F25E-D019-4053-99EB-C47CBA02AEBC}" type="presOf" srcId="{E36C030D-0440-4E3A-8FBA-A9CF8E4D5B57}" destId="{2EF02009-DD38-48BA-9170-A884D6EDDDC3}" srcOrd="0" destOrd="0" presId="urn:microsoft.com/office/officeart/2018/2/layout/IconVerticalSolidList"/>
    <dgm:cxn modelId="{18F31542-8977-4730-9646-5C5C721BA707}" srcId="{796B7681-C6D8-4C7D-BABA-AE7ED6E4CEF1}" destId="{3CBB3CBE-9164-4CC7-A019-F9C029F31F4E}" srcOrd="0" destOrd="0" parTransId="{0A1190B5-4039-4714-BE34-1FDEB2BD41A7}" sibTransId="{4155B4AA-EB25-4A58-8DB5-46C24A947E3D}"/>
    <dgm:cxn modelId="{39D80067-1C31-4928-BECD-DB6D65676338}" type="presOf" srcId="{796B7681-C6D8-4C7D-BABA-AE7ED6E4CEF1}" destId="{2B156724-1581-4AF6-B858-DF7527A07D9E}" srcOrd="0" destOrd="0" presId="urn:microsoft.com/office/officeart/2018/2/layout/IconVerticalSolidList"/>
    <dgm:cxn modelId="{0CAD2655-A914-4BB0-B607-7D8EA765F436}" srcId="{796B7681-C6D8-4C7D-BABA-AE7ED6E4CEF1}" destId="{4D09C6E1-F06C-40E0-BD00-8FC248B9A423}" srcOrd="2" destOrd="0" parTransId="{6AAA94DA-96C1-4F5E-A127-F05046D9DA93}" sibTransId="{4089CBC6-1DA4-49D3-B081-11D297F40B41}"/>
    <dgm:cxn modelId="{AA666778-813F-4AF2-9CB8-587BB315B4C9}" type="presOf" srcId="{F22B7434-D0A9-4534-8730-4139A9C1B827}" destId="{839A2C13-D46C-4E85-9A44-61C1953801EC}" srcOrd="0" destOrd="0" presId="urn:microsoft.com/office/officeart/2018/2/layout/IconVerticalSolidList"/>
    <dgm:cxn modelId="{2862CCC6-1A67-47B3-8BC7-35AE4849C965}" type="presOf" srcId="{033A9976-D388-46AF-912A-AC00C54BAA11}" destId="{B4954573-D609-4557-8E1C-847DCC12E310}" srcOrd="0" destOrd="0" presId="urn:microsoft.com/office/officeart/2018/2/layout/IconVerticalSolidList"/>
    <dgm:cxn modelId="{21E043CF-7B60-4352-80CE-E4E9430B973F}" srcId="{796B7681-C6D8-4C7D-BABA-AE7ED6E4CEF1}" destId="{033A9976-D388-46AF-912A-AC00C54BAA11}" srcOrd="3" destOrd="0" parTransId="{CD1C02B9-3840-49D6-8C07-B0818D0C95B6}" sibTransId="{01C0E72B-1D8A-47EA-8D8A-200225303030}"/>
    <dgm:cxn modelId="{E2A88DEF-4921-4471-A17C-5E89333875D8}" type="presOf" srcId="{3CBB3CBE-9164-4CC7-A019-F9C029F31F4E}" destId="{2D008451-E0FF-420D-9D8B-3255D4C7DFA8}" srcOrd="0" destOrd="0" presId="urn:microsoft.com/office/officeart/2018/2/layout/IconVerticalSolidList"/>
    <dgm:cxn modelId="{8A0658F9-89FE-4420-8985-9134D544CAA0}" srcId="{796B7681-C6D8-4C7D-BABA-AE7ED6E4CEF1}" destId="{E36C030D-0440-4E3A-8FBA-A9CF8E4D5B57}" srcOrd="1" destOrd="0" parTransId="{B9F84C39-921D-4D3D-918E-64E856FB9556}" sibTransId="{BEE2355A-4959-47FF-912F-BB8BFB4B3880}"/>
    <dgm:cxn modelId="{8AEEF7DA-5D80-4F62-961D-BEC419DBA3FF}" type="presParOf" srcId="{2B156724-1581-4AF6-B858-DF7527A07D9E}" destId="{94AF30A6-176B-4256-AF45-9AD32643563A}" srcOrd="0" destOrd="0" presId="urn:microsoft.com/office/officeart/2018/2/layout/IconVerticalSolidList"/>
    <dgm:cxn modelId="{E0054B89-DFB8-4924-B877-4687AB3C30A5}" type="presParOf" srcId="{94AF30A6-176B-4256-AF45-9AD32643563A}" destId="{30D060B4-778B-459C-8834-946150B76D34}" srcOrd="0" destOrd="0" presId="urn:microsoft.com/office/officeart/2018/2/layout/IconVerticalSolidList"/>
    <dgm:cxn modelId="{49455ECA-A8BB-4C1A-B1D1-488A29D989DA}" type="presParOf" srcId="{94AF30A6-176B-4256-AF45-9AD32643563A}" destId="{06DF13C2-558C-48EF-A13C-5F95A706CAD7}" srcOrd="1" destOrd="0" presId="urn:microsoft.com/office/officeart/2018/2/layout/IconVerticalSolidList"/>
    <dgm:cxn modelId="{BC7E22C3-B498-491B-AC46-C238BDE28585}" type="presParOf" srcId="{94AF30A6-176B-4256-AF45-9AD32643563A}" destId="{39326FAF-52E8-45B2-A285-BAA0509564BC}" srcOrd="2" destOrd="0" presId="urn:microsoft.com/office/officeart/2018/2/layout/IconVerticalSolidList"/>
    <dgm:cxn modelId="{79FBA569-C6FC-438A-8827-B108946E5DCC}" type="presParOf" srcId="{94AF30A6-176B-4256-AF45-9AD32643563A}" destId="{2D008451-E0FF-420D-9D8B-3255D4C7DFA8}" srcOrd="3" destOrd="0" presId="urn:microsoft.com/office/officeart/2018/2/layout/IconVerticalSolidList"/>
    <dgm:cxn modelId="{54D55A03-97F1-40B0-ADD0-1AE4F2479B4F}" type="presParOf" srcId="{2B156724-1581-4AF6-B858-DF7527A07D9E}" destId="{28884718-857A-4311-A1AC-3B64C98907BD}" srcOrd="1" destOrd="0" presId="urn:microsoft.com/office/officeart/2018/2/layout/IconVerticalSolidList"/>
    <dgm:cxn modelId="{13CA4E99-AFE1-4883-B40E-2548AABDECEF}" type="presParOf" srcId="{2B156724-1581-4AF6-B858-DF7527A07D9E}" destId="{6BD4F400-4904-4B32-918E-F5AF56BBEBD3}" srcOrd="2" destOrd="0" presId="urn:microsoft.com/office/officeart/2018/2/layout/IconVerticalSolidList"/>
    <dgm:cxn modelId="{B3EEB88B-3E3E-4843-994C-CCEDF6755D7B}" type="presParOf" srcId="{6BD4F400-4904-4B32-918E-F5AF56BBEBD3}" destId="{3EAA538D-6784-477A-B1EF-825A287262CA}" srcOrd="0" destOrd="0" presId="urn:microsoft.com/office/officeart/2018/2/layout/IconVerticalSolidList"/>
    <dgm:cxn modelId="{AF6E48AA-114F-4942-873B-D7E41E9EFE71}" type="presParOf" srcId="{6BD4F400-4904-4B32-918E-F5AF56BBEBD3}" destId="{5246310E-708B-48EA-B0AE-9212FE894368}" srcOrd="1" destOrd="0" presId="urn:microsoft.com/office/officeart/2018/2/layout/IconVerticalSolidList"/>
    <dgm:cxn modelId="{42309C6E-153F-4A66-8A5B-42625467C1F3}" type="presParOf" srcId="{6BD4F400-4904-4B32-918E-F5AF56BBEBD3}" destId="{377C001B-9042-4194-A028-C51F3888CC28}" srcOrd="2" destOrd="0" presId="urn:microsoft.com/office/officeart/2018/2/layout/IconVerticalSolidList"/>
    <dgm:cxn modelId="{0C3362F8-19E8-42F5-9C57-E394B470A33C}" type="presParOf" srcId="{6BD4F400-4904-4B32-918E-F5AF56BBEBD3}" destId="{2EF02009-DD38-48BA-9170-A884D6EDDDC3}" srcOrd="3" destOrd="0" presId="urn:microsoft.com/office/officeart/2018/2/layout/IconVerticalSolidList"/>
    <dgm:cxn modelId="{3E61D48F-1747-49B6-887D-3AA0B6A0A216}" type="presParOf" srcId="{2B156724-1581-4AF6-B858-DF7527A07D9E}" destId="{C6B44E77-48C5-421C-8C0E-9F368266C66C}" srcOrd="3" destOrd="0" presId="urn:microsoft.com/office/officeart/2018/2/layout/IconVerticalSolidList"/>
    <dgm:cxn modelId="{9ED6B6B9-3919-46B8-8C68-6D0910DBEA06}" type="presParOf" srcId="{2B156724-1581-4AF6-B858-DF7527A07D9E}" destId="{3156C652-AFC7-4E96-90E3-D30F1EA0546E}" srcOrd="4" destOrd="0" presId="urn:microsoft.com/office/officeart/2018/2/layout/IconVerticalSolidList"/>
    <dgm:cxn modelId="{34CB050E-6608-4BAC-BAEC-4BE16B41B1F3}" type="presParOf" srcId="{3156C652-AFC7-4E96-90E3-D30F1EA0546E}" destId="{1D5A20B1-946F-4C18-BFCC-DE76F6ABBA37}" srcOrd="0" destOrd="0" presId="urn:microsoft.com/office/officeart/2018/2/layout/IconVerticalSolidList"/>
    <dgm:cxn modelId="{E4375CC2-B482-4B29-91D0-EA84AE9D600B}" type="presParOf" srcId="{3156C652-AFC7-4E96-90E3-D30F1EA0546E}" destId="{0ADF35A4-0C50-497A-9240-AB6B84DC2208}" srcOrd="1" destOrd="0" presId="urn:microsoft.com/office/officeart/2018/2/layout/IconVerticalSolidList"/>
    <dgm:cxn modelId="{0B7F258A-A2D9-4726-90B2-18A9A37F2EE6}" type="presParOf" srcId="{3156C652-AFC7-4E96-90E3-D30F1EA0546E}" destId="{D7C874A7-15AD-4D2A-AC92-C7FD8A2989AF}" srcOrd="2" destOrd="0" presId="urn:microsoft.com/office/officeart/2018/2/layout/IconVerticalSolidList"/>
    <dgm:cxn modelId="{BE2AB7A9-1C7A-4EC4-AF16-CCEC688BB957}" type="presParOf" srcId="{3156C652-AFC7-4E96-90E3-D30F1EA0546E}" destId="{DE959FBF-0759-44C7-B3A7-EBC82006674C}" srcOrd="3" destOrd="0" presId="urn:microsoft.com/office/officeart/2018/2/layout/IconVerticalSolidList"/>
    <dgm:cxn modelId="{D16179D3-8E30-40ED-B307-86BE9C99AEA5}" type="presParOf" srcId="{2B156724-1581-4AF6-B858-DF7527A07D9E}" destId="{60D56D66-5B3E-405E-AE19-D74B782955E2}" srcOrd="5" destOrd="0" presId="urn:microsoft.com/office/officeart/2018/2/layout/IconVerticalSolidList"/>
    <dgm:cxn modelId="{D9AC3696-7AE6-4F75-8FCB-564E91ECBEF6}" type="presParOf" srcId="{2B156724-1581-4AF6-B858-DF7527A07D9E}" destId="{A8770591-AAEC-4A21-BB8D-B87B490FBECD}" srcOrd="6" destOrd="0" presId="urn:microsoft.com/office/officeart/2018/2/layout/IconVerticalSolidList"/>
    <dgm:cxn modelId="{3D410AF2-5C27-4A26-8FA9-4B7909A78A52}" type="presParOf" srcId="{A8770591-AAEC-4A21-BB8D-B87B490FBECD}" destId="{E81868AA-FD6A-4ADD-AFEC-B6ECB73B6DFA}" srcOrd="0" destOrd="0" presId="urn:microsoft.com/office/officeart/2018/2/layout/IconVerticalSolidList"/>
    <dgm:cxn modelId="{A84E0413-E8CF-496A-A6FF-84A44AB27E46}" type="presParOf" srcId="{A8770591-AAEC-4A21-BB8D-B87B490FBECD}" destId="{AF077CE7-D7A2-41BB-9A3F-6FC0BB7694B7}" srcOrd="1" destOrd="0" presId="urn:microsoft.com/office/officeart/2018/2/layout/IconVerticalSolidList"/>
    <dgm:cxn modelId="{341504B3-7664-4904-81AE-9522603BC8C5}" type="presParOf" srcId="{A8770591-AAEC-4A21-BB8D-B87B490FBECD}" destId="{02CB6463-9C95-4690-9264-1D057DA4FD93}" srcOrd="2" destOrd="0" presId="urn:microsoft.com/office/officeart/2018/2/layout/IconVerticalSolidList"/>
    <dgm:cxn modelId="{39D4748C-E219-4475-B85E-431ECBBA5A58}" type="presParOf" srcId="{A8770591-AAEC-4A21-BB8D-B87B490FBECD}" destId="{B4954573-D609-4557-8E1C-847DCC12E310}" srcOrd="3" destOrd="0" presId="urn:microsoft.com/office/officeart/2018/2/layout/IconVerticalSolidList"/>
    <dgm:cxn modelId="{AC3E4FD8-1CDA-459F-8832-92D214BF3682}" type="presParOf" srcId="{2B156724-1581-4AF6-B858-DF7527A07D9E}" destId="{56F3F023-731E-4EAB-B40E-0AAD36FE611C}" srcOrd="7" destOrd="0" presId="urn:microsoft.com/office/officeart/2018/2/layout/IconVerticalSolidList"/>
    <dgm:cxn modelId="{2AFA86D3-CB02-4B0B-87DC-845B7F81B337}" type="presParOf" srcId="{2B156724-1581-4AF6-B858-DF7527A07D9E}" destId="{80B3A68B-F223-43E8-949F-E2F1072B116B}" srcOrd="8" destOrd="0" presId="urn:microsoft.com/office/officeart/2018/2/layout/IconVerticalSolidList"/>
    <dgm:cxn modelId="{F4DBD938-BBD6-4829-BD04-04946CD72C6A}" type="presParOf" srcId="{80B3A68B-F223-43E8-949F-E2F1072B116B}" destId="{FB51F7FD-6A1F-454D-8C4C-E74B94B93E42}" srcOrd="0" destOrd="0" presId="urn:microsoft.com/office/officeart/2018/2/layout/IconVerticalSolidList"/>
    <dgm:cxn modelId="{6130D1E9-33CE-45C8-9F20-E5FDB7B77FE2}" type="presParOf" srcId="{80B3A68B-F223-43E8-949F-E2F1072B116B}" destId="{A8F769EA-A07D-4606-BFBA-9624094036E8}" srcOrd="1" destOrd="0" presId="urn:microsoft.com/office/officeart/2018/2/layout/IconVerticalSolidList"/>
    <dgm:cxn modelId="{A2C279AA-DB47-4070-B56A-B3209F02992E}" type="presParOf" srcId="{80B3A68B-F223-43E8-949F-E2F1072B116B}" destId="{01223955-D6B4-45A2-9937-9273A0D9B3CC}" srcOrd="2" destOrd="0" presId="urn:microsoft.com/office/officeart/2018/2/layout/IconVerticalSolidList"/>
    <dgm:cxn modelId="{0618616E-C46E-40A2-8368-5BA775520042}" type="presParOf" srcId="{80B3A68B-F223-43E8-949F-E2F1072B116B}" destId="{839A2C13-D46C-4E85-9A44-61C1953801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D8D04B-2B4D-4E92-8367-6D108088459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424B77-3C49-48E2-82B7-370B5B7982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Library for writing contract tests</a:t>
          </a:r>
        </a:p>
      </dgm:t>
    </dgm:pt>
    <dgm:pt modelId="{BF29F5BC-6DC7-4224-9C96-DA4540BE35FA}" type="parTrans" cxnId="{CBB0AD3A-B316-40D8-A0FE-0AC76AF980B6}">
      <dgm:prSet/>
      <dgm:spPr/>
      <dgm:t>
        <a:bodyPr/>
        <a:lstStyle/>
        <a:p>
          <a:endParaRPr lang="en-US"/>
        </a:p>
      </dgm:t>
    </dgm:pt>
    <dgm:pt modelId="{D5573826-6006-41FD-A3A9-81AF7F687F47}" type="sibTrans" cxnId="{CBB0AD3A-B316-40D8-A0FE-0AC76AF980B6}">
      <dgm:prSet/>
      <dgm:spPr/>
      <dgm:t>
        <a:bodyPr/>
        <a:lstStyle/>
        <a:p>
          <a:endParaRPr lang="en-US"/>
        </a:p>
      </dgm:t>
    </dgm:pt>
    <dgm:pt modelId="{29EAE6B3-22AC-46E6-9E65-D57EA06368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Javascript</a:t>
          </a:r>
          <a:r>
            <a:rPr lang="en-US" dirty="0"/>
            <a:t>, Java, .NET, Go, Python, Swift, Scala, PHP, Ruby, Rust, C++</a:t>
          </a:r>
        </a:p>
      </dgm:t>
    </dgm:pt>
    <dgm:pt modelId="{BB53EA2E-3785-4663-AC82-9AAEB21D321C}" type="parTrans" cxnId="{9286B734-ECF3-47A0-853A-5AD614ED955C}">
      <dgm:prSet/>
      <dgm:spPr/>
      <dgm:t>
        <a:bodyPr/>
        <a:lstStyle/>
        <a:p>
          <a:endParaRPr lang="en-US"/>
        </a:p>
      </dgm:t>
    </dgm:pt>
    <dgm:pt modelId="{05D53E6E-9C76-4866-8102-17211DB924D3}" type="sibTrans" cxnId="{9286B734-ECF3-47A0-853A-5AD614ED955C}">
      <dgm:prSet/>
      <dgm:spPr/>
      <dgm:t>
        <a:bodyPr/>
        <a:lstStyle/>
        <a:p>
          <a:endParaRPr lang="en-US"/>
        </a:p>
      </dgm:t>
    </dgm:pt>
    <dgm:pt modelId="{0D8C85C0-5F97-4116-9F57-81F352F196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Backend written in Rust</a:t>
          </a:r>
        </a:p>
      </dgm:t>
    </dgm:pt>
    <dgm:pt modelId="{20427ADC-8395-4370-9831-628D1DEC9803}" type="parTrans" cxnId="{C5CE299C-88B8-4709-95CE-59400FA598D6}">
      <dgm:prSet/>
      <dgm:spPr/>
      <dgm:t>
        <a:bodyPr/>
        <a:lstStyle/>
        <a:p>
          <a:endParaRPr lang="en-US"/>
        </a:p>
      </dgm:t>
    </dgm:pt>
    <dgm:pt modelId="{215B5B2F-CF30-4752-B542-F35DD25B73C5}" type="sibTrans" cxnId="{C5CE299C-88B8-4709-95CE-59400FA598D6}">
      <dgm:prSet/>
      <dgm:spPr/>
      <dgm:t>
        <a:bodyPr/>
        <a:lstStyle/>
        <a:p>
          <a:endParaRPr lang="en-US"/>
        </a:p>
      </dgm:t>
    </dgm:pt>
    <dgm:pt modelId="{07B686C0-2356-488B-AE72-4E0D68CD41A8}" type="pres">
      <dgm:prSet presAssocID="{47D8D04B-2B4D-4E92-8367-6D1080884593}" presName="root" presStyleCnt="0">
        <dgm:presLayoutVars>
          <dgm:dir/>
          <dgm:resizeHandles val="exact"/>
        </dgm:presLayoutVars>
      </dgm:prSet>
      <dgm:spPr/>
    </dgm:pt>
    <dgm:pt modelId="{DE550ADD-51C6-43EE-808C-6E788847B935}" type="pres">
      <dgm:prSet presAssocID="{DC424B77-3C49-48E2-82B7-370B5B79829C}" presName="compNode" presStyleCnt="0"/>
      <dgm:spPr/>
    </dgm:pt>
    <dgm:pt modelId="{643C7F2A-88D2-4CA7-91CE-9EBD1A4F02FB}" type="pres">
      <dgm:prSet presAssocID="{DC424B77-3C49-48E2-82B7-370B5B79829C}" presName="bgRect" presStyleLbl="bgShp" presStyleIdx="0" presStyleCnt="3"/>
      <dgm:spPr/>
    </dgm:pt>
    <dgm:pt modelId="{55E78AA5-D8D7-4F29-A642-B52C359CE6A0}" type="pres">
      <dgm:prSet presAssocID="{DC424B77-3C49-48E2-82B7-370B5B7982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C0434CB-8F98-4F55-8A16-2D54DADCA5D6}" type="pres">
      <dgm:prSet presAssocID="{DC424B77-3C49-48E2-82B7-370B5B79829C}" presName="spaceRect" presStyleCnt="0"/>
      <dgm:spPr/>
    </dgm:pt>
    <dgm:pt modelId="{832BD9AB-5D20-43C5-AB88-3E15C3664237}" type="pres">
      <dgm:prSet presAssocID="{DC424B77-3C49-48E2-82B7-370B5B79829C}" presName="parTx" presStyleLbl="revTx" presStyleIdx="0" presStyleCnt="3">
        <dgm:presLayoutVars>
          <dgm:chMax val="0"/>
          <dgm:chPref val="0"/>
        </dgm:presLayoutVars>
      </dgm:prSet>
      <dgm:spPr/>
    </dgm:pt>
    <dgm:pt modelId="{BF0B9775-6D7D-414E-BE2B-388BDE7509C7}" type="pres">
      <dgm:prSet presAssocID="{D5573826-6006-41FD-A3A9-81AF7F687F47}" presName="sibTrans" presStyleCnt="0"/>
      <dgm:spPr/>
    </dgm:pt>
    <dgm:pt modelId="{689E42DF-3887-4E06-9CD3-0D50B3B88D31}" type="pres">
      <dgm:prSet presAssocID="{29EAE6B3-22AC-46E6-9E65-D57EA0636822}" presName="compNode" presStyleCnt="0"/>
      <dgm:spPr/>
    </dgm:pt>
    <dgm:pt modelId="{B5648BFE-CDBE-46DE-85D7-BB50933111B2}" type="pres">
      <dgm:prSet presAssocID="{29EAE6B3-22AC-46E6-9E65-D57EA0636822}" presName="bgRect" presStyleLbl="bgShp" presStyleIdx="1" presStyleCnt="3"/>
      <dgm:spPr/>
    </dgm:pt>
    <dgm:pt modelId="{0E2C7147-BB84-465C-AA5F-CE745451082A}" type="pres">
      <dgm:prSet presAssocID="{29EAE6B3-22AC-46E6-9E65-D57EA063682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0DDC8EE6-1894-4298-B4BF-1E733C669FCC}" type="pres">
      <dgm:prSet presAssocID="{29EAE6B3-22AC-46E6-9E65-D57EA0636822}" presName="spaceRect" presStyleCnt="0"/>
      <dgm:spPr/>
    </dgm:pt>
    <dgm:pt modelId="{9A20397D-3317-47B8-B96E-A8888633645C}" type="pres">
      <dgm:prSet presAssocID="{29EAE6B3-22AC-46E6-9E65-D57EA0636822}" presName="parTx" presStyleLbl="revTx" presStyleIdx="1" presStyleCnt="3">
        <dgm:presLayoutVars>
          <dgm:chMax val="0"/>
          <dgm:chPref val="0"/>
        </dgm:presLayoutVars>
      </dgm:prSet>
      <dgm:spPr/>
    </dgm:pt>
    <dgm:pt modelId="{6BABEFCC-8AB3-4250-B706-80EC77865BCA}" type="pres">
      <dgm:prSet presAssocID="{05D53E6E-9C76-4866-8102-17211DB924D3}" presName="sibTrans" presStyleCnt="0"/>
      <dgm:spPr/>
    </dgm:pt>
    <dgm:pt modelId="{6D9BF1F6-6D69-4994-BDA2-B88ABBED50ED}" type="pres">
      <dgm:prSet presAssocID="{0D8C85C0-5F97-4116-9F57-81F352F19607}" presName="compNode" presStyleCnt="0"/>
      <dgm:spPr/>
    </dgm:pt>
    <dgm:pt modelId="{20167908-B8AB-4A52-AD92-38AF7E593F9A}" type="pres">
      <dgm:prSet presAssocID="{0D8C85C0-5F97-4116-9F57-81F352F19607}" presName="bgRect" presStyleLbl="bgShp" presStyleIdx="2" presStyleCnt="3"/>
      <dgm:spPr/>
    </dgm:pt>
    <dgm:pt modelId="{503E4B22-9BEB-4036-A15E-93EB3A8AFCA5}" type="pres">
      <dgm:prSet presAssocID="{0D8C85C0-5F97-4116-9F57-81F352F196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FF799AB6-5431-4510-8713-192A086C777D}" type="pres">
      <dgm:prSet presAssocID="{0D8C85C0-5F97-4116-9F57-81F352F19607}" presName="spaceRect" presStyleCnt="0"/>
      <dgm:spPr/>
    </dgm:pt>
    <dgm:pt modelId="{5E942E7B-DA16-4D5E-AC83-1B4FB996352F}" type="pres">
      <dgm:prSet presAssocID="{0D8C85C0-5F97-4116-9F57-81F352F1960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213AD04-2BEA-40D6-9BAC-965B7DBD6DD9}" type="presOf" srcId="{29EAE6B3-22AC-46E6-9E65-D57EA0636822}" destId="{9A20397D-3317-47B8-B96E-A8888633645C}" srcOrd="0" destOrd="0" presId="urn:microsoft.com/office/officeart/2018/2/layout/IconVerticalSolidList"/>
    <dgm:cxn modelId="{A2A4EA06-E249-4C34-BBD4-3EBE0E33AC9D}" type="presOf" srcId="{DC424B77-3C49-48E2-82B7-370B5B79829C}" destId="{832BD9AB-5D20-43C5-AB88-3E15C3664237}" srcOrd="0" destOrd="0" presId="urn:microsoft.com/office/officeart/2018/2/layout/IconVerticalSolidList"/>
    <dgm:cxn modelId="{9286B734-ECF3-47A0-853A-5AD614ED955C}" srcId="{47D8D04B-2B4D-4E92-8367-6D1080884593}" destId="{29EAE6B3-22AC-46E6-9E65-D57EA0636822}" srcOrd="1" destOrd="0" parTransId="{BB53EA2E-3785-4663-AC82-9AAEB21D321C}" sibTransId="{05D53E6E-9C76-4866-8102-17211DB924D3}"/>
    <dgm:cxn modelId="{CBB0AD3A-B316-40D8-A0FE-0AC76AF980B6}" srcId="{47D8D04B-2B4D-4E92-8367-6D1080884593}" destId="{DC424B77-3C49-48E2-82B7-370B5B79829C}" srcOrd="0" destOrd="0" parTransId="{BF29F5BC-6DC7-4224-9C96-DA4540BE35FA}" sibTransId="{D5573826-6006-41FD-A3A9-81AF7F687F47}"/>
    <dgm:cxn modelId="{F96AFD3C-4261-4B0F-BDA7-7C55BA28D941}" type="presOf" srcId="{47D8D04B-2B4D-4E92-8367-6D1080884593}" destId="{07B686C0-2356-488B-AE72-4E0D68CD41A8}" srcOrd="0" destOrd="0" presId="urn:microsoft.com/office/officeart/2018/2/layout/IconVerticalSolidList"/>
    <dgm:cxn modelId="{C5CE299C-88B8-4709-95CE-59400FA598D6}" srcId="{47D8D04B-2B4D-4E92-8367-6D1080884593}" destId="{0D8C85C0-5F97-4116-9F57-81F352F19607}" srcOrd="2" destOrd="0" parTransId="{20427ADC-8395-4370-9831-628D1DEC9803}" sibTransId="{215B5B2F-CF30-4752-B542-F35DD25B73C5}"/>
    <dgm:cxn modelId="{30B736A3-D367-4D92-905B-316DF1408CAC}" type="presOf" srcId="{0D8C85C0-5F97-4116-9F57-81F352F19607}" destId="{5E942E7B-DA16-4D5E-AC83-1B4FB996352F}" srcOrd="0" destOrd="0" presId="urn:microsoft.com/office/officeart/2018/2/layout/IconVerticalSolidList"/>
    <dgm:cxn modelId="{CCB1A678-6A51-499F-9409-FCF2F14D3BE8}" type="presParOf" srcId="{07B686C0-2356-488B-AE72-4E0D68CD41A8}" destId="{DE550ADD-51C6-43EE-808C-6E788847B935}" srcOrd="0" destOrd="0" presId="urn:microsoft.com/office/officeart/2018/2/layout/IconVerticalSolidList"/>
    <dgm:cxn modelId="{FBDAE47E-2F39-40EF-BA0C-5BE1E2AC1F31}" type="presParOf" srcId="{DE550ADD-51C6-43EE-808C-6E788847B935}" destId="{643C7F2A-88D2-4CA7-91CE-9EBD1A4F02FB}" srcOrd="0" destOrd="0" presId="urn:microsoft.com/office/officeart/2018/2/layout/IconVerticalSolidList"/>
    <dgm:cxn modelId="{2E1ECCFC-E083-4C62-9D7F-C002DF58F3F8}" type="presParOf" srcId="{DE550ADD-51C6-43EE-808C-6E788847B935}" destId="{55E78AA5-D8D7-4F29-A642-B52C359CE6A0}" srcOrd="1" destOrd="0" presId="urn:microsoft.com/office/officeart/2018/2/layout/IconVerticalSolidList"/>
    <dgm:cxn modelId="{72425D95-9067-44EE-985E-F437CCF70E88}" type="presParOf" srcId="{DE550ADD-51C6-43EE-808C-6E788847B935}" destId="{7C0434CB-8F98-4F55-8A16-2D54DADCA5D6}" srcOrd="2" destOrd="0" presId="urn:microsoft.com/office/officeart/2018/2/layout/IconVerticalSolidList"/>
    <dgm:cxn modelId="{BD092A58-F4D6-4ED7-A424-04D581CC2566}" type="presParOf" srcId="{DE550ADD-51C6-43EE-808C-6E788847B935}" destId="{832BD9AB-5D20-43C5-AB88-3E15C3664237}" srcOrd="3" destOrd="0" presId="urn:microsoft.com/office/officeart/2018/2/layout/IconVerticalSolidList"/>
    <dgm:cxn modelId="{5C933DC7-5FF0-48B3-B615-1768975DAB23}" type="presParOf" srcId="{07B686C0-2356-488B-AE72-4E0D68CD41A8}" destId="{BF0B9775-6D7D-414E-BE2B-388BDE7509C7}" srcOrd="1" destOrd="0" presId="urn:microsoft.com/office/officeart/2018/2/layout/IconVerticalSolidList"/>
    <dgm:cxn modelId="{10DBC6E0-0BDC-437B-B888-1C739C6684C8}" type="presParOf" srcId="{07B686C0-2356-488B-AE72-4E0D68CD41A8}" destId="{689E42DF-3887-4E06-9CD3-0D50B3B88D31}" srcOrd="2" destOrd="0" presId="urn:microsoft.com/office/officeart/2018/2/layout/IconVerticalSolidList"/>
    <dgm:cxn modelId="{07CC1037-F639-4A76-952C-0327C6862DE6}" type="presParOf" srcId="{689E42DF-3887-4E06-9CD3-0D50B3B88D31}" destId="{B5648BFE-CDBE-46DE-85D7-BB50933111B2}" srcOrd="0" destOrd="0" presId="urn:microsoft.com/office/officeart/2018/2/layout/IconVerticalSolidList"/>
    <dgm:cxn modelId="{B5C6C5A9-2D75-4030-9495-98FB6A2323C2}" type="presParOf" srcId="{689E42DF-3887-4E06-9CD3-0D50B3B88D31}" destId="{0E2C7147-BB84-465C-AA5F-CE745451082A}" srcOrd="1" destOrd="0" presId="urn:microsoft.com/office/officeart/2018/2/layout/IconVerticalSolidList"/>
    <dgm:cxn modelId="{985D0A2F-BDB4-4192-BF08-C2329143988B}" type="presParOf" srcId="{689E42DF-3887-4E06-9CD3-0D50B3B88D31}" destId="{0DDC8EE6-1894-4298-B4BF-1E733C669FCC}" srcOrd="2" destOrd="0" presId="urn:microsoft.com/office/officeart/2018/2/layout/IconVerticalSolidList"/>
    <dgm:cxn modelId="{32FFB2CF-8B42-4F05-AD55-BAC9E0C81EF1}" type="presParOf" srcId="{689E42DF-3887-4E06-9CD3-0D50B3B88D31}" destId="{9A20397D-3317-47B8-B96E-A8888633645C}" srcOrd="3" destOrd="0" presId="urn:microsoft.com/office/officeart/2018/2/layout/IconVerticalSolidList"/>
    <dgm:cxn modelId="{D75B2A8A-AEE6-40BC-B0FE-C00409A2A7FD}" type="presParOf" srcId="{07B686C0-2356-488B-AE72-4E0D68CD41A8}" destId="{6BABEFCC-8AB3-4250-B706-80EC77865BCA}" srcOrd="3" destOrd="0" presId="urn:microsoft.com/office/officeart/2018/2/layout/IconVerticalSolidList"/>
    <dgm:cxn modelId="{5F10B738-821A-4845-8038-28E582F624E1}" type="presParOf" srcId="{07B686C0-2356-488B-AE72-4E0D68CD41A8}" destId="{6D9BF1F6-6D69-4994-BDA2-B88ABBED50ED}" srcOrd="4" destOrd="0" presId="urn:microsoft.com/office/officeart/2018/2/layout/IconVerticalSolidList"/>
    <dgm:cxn modelId="{AD6F07B8-C3AC-4691-AFBE-6B0492E349E2}" type="presParOf" srcId="{6D9BF1F6-6D69-4994-BDA2-B88ABBED50ED}" destId="{20167908-B8AB-4A52-AD92-38AF7E593F9A}" srcOrd="0" destOrd="0" presId="urn:microsoft.com/office/officeart/2018/2/layout/IconVerticalSolidList"/>
    <dgm:cxn modelId="{D497ACBF-9F79-4442-9816-22FA096A51EB}" type="presParOf" srcId="{6D9BF1F6-6D69-4994-BDA2-B88ABBED50ED}" destId="{503E4B22-9BEB-4036-A15E-93EB3A8AFCA5}" srcOrd="1" destOrd="0" presId="urn:microsoft.com/office/officeart/2018/2/layout/IconVerticalSolidList"/>
    <dgm:cxn modelId="{0C62DFC2-248E-468F-A5DE-CEE01D8E718B}" type="presParOf" srcId="{6D9BF1F6-6D69-4994-BDA2-B88ABBED50ED}" destId="{FF799AB6-5431-4510-8713-192A086C777D}" srcOrd="2" destOrd="0" presId="urn:microsoft.com/office/officeart/2018/2/layout/IconVerticalSolidList"/>
    <dgm:cxn modelId="{607B65BD-EB0D-447C-B28C-083FFC2910B9}" type="presParOf" srcId="{6D9BF1F6-6D69-4994-BDA2-B88ABBED50ED}" destId="{5E942E7B-DA16-4D5E-AC83-1B4FB996352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D155A3-82E4-47F8-905D-6BBF10871D5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F5D8D27-8071-48C1-AE8D-16F223A34F0F}">
      <dgm:prSet/>
      <dgm:spPr/>
      <dgm:t>
        <a:bodyPr/>
        <a:lstStyle/>
        <a:p>
          <a:r>
            <a:rPr lang="en-US" dirty="0"/>
            <a:t>What is contract testing?</a:t>
          </a:r>
        </a:p>
      </dgm:t>
    </dgm:pt>
    <dgm:pt modelId="{EC5BA1D1-B37A-4217-B9ED-75E343404D39}" type="parTrans" cxnId="{E1BC07ED-FD0E-44AA-B7D2-88377F0C1F1D}">
      <dgm:prSet/>
      <dgm:spPr/>
      <dgm:t>
        <a:bodyPr/>
        <a:lstStyle/>
        <a:p>
          <a:endParaRPr lang="en-US"/>
        </a:p>
      </dgm:t>
    </dgm:pt>
    <dgm:pt modelId="{7E1C3BE8-F216-43DB-B8FE-32525B9DB2D7}" type="sibTrans" cxnId="{E1BC07ED-FD0E-44AA-B7D2-88377F0C1F1D}">
      <dgm:prSet/>
      <dgm:spPr/>
      <dgm:t>
        <a:bodyPr/>
        <a:lstStyle/>
        <a:p>
          <a:endParaRPr lang="en-US"/>
        </a:p>
      </dgm:t>
    </dgm:pt>
    <dgm:pt modelId="{E37CB408-1EB9-46FD-8AE8-20354203144E}">
      <dgm:prSet/>
      <dgm:spPr/>
      <dgm:t>
        <a:bodyPr/>
        <a:lstStyle/>
        <a:p>
          <a:r>
            <a:rPr lang="en-US" dirty="0"/>
            <a:t>Why use it over current testing methods?</a:t>
          </a:r>
        </a:p>
      </dgm:t>
    </dgm:pt>
    <dgm:pt modelId="{899D0A91-5E76-4CBD-99CE-A8C32C4A3E06}" type="parTrans" cxnId="{C0461E9F-5C4B-4580-B8EB-DD1474573C59}">
      <dgm:prSet/>
      <dgm:spPr/>
      <dgm:t>
        <a:bodyPr/>
        <a:lstStyle/>
        <a:p>
          <a:endParaRPr lang="en-US"/>
        </a:p>
      </dgm:t>
    </dgm:pt>
    <dgm:pt modelId="{818B4BC1-0F08-453E-A76B-7C8BD6FB2B0A}" type="sibTrans" cxnId="{C0461E9F-5C4B-4580-B8EB-DD1474573C59}">
      <dgm:prSet/>
      <dgm:spPr/>
      <dgm:t>
        <a:bodyPr/>
        <a:lstStyle/>
        <a:p>
          <a:endParaRPr lang="en-US"/>
        </a:p>
      </dgm:t>
    </dgm:pt>
    <dgm:pt modelId="{49685732-5233-4AD5-9896-24FCC5E02C57}">
      <dgm:prSet/>
      <dgm:spPr/>
      <dgm:t>
        <a:bodyPr/>
        <a:lstStyle/>
        <a:p>
          <a:r>
            <a:rPr lang="en-US"/>
            <a:t>Microservices in modern organizations</a:t>
          </a:r>
        </a:p>
      </dgm:t>
    </dgm:pt>
    <dgm:pt modelId="{7AD3EEA6-825A-4273-B0D2-49EC074A0CB5}" type="parTrans" cxnId="{A408299D-0703-47F7-8918-D713C43233F1}">
      <dgm:prSet/>
      <dgm:spPr/>
      <dgm:t>
        <a:bodyPr/>
        <a:lstStyle/>
        <a:p>
          <a:endParaRPr lang="en-US"/>
        </a:p>
      </dgm:t>
    </dgm:pt>
    <dgm:pt modelId="{580C5648-76C6-4B4A-8931-956391676580}" type="sibTrans" cxnId="{A408299D-0703-47F7-8918-D713C43233F1}">
      <dgm:prSet/>
      <dgm:spPr/>
      <dgm:t>
        <a:bodyPr/>
        <a:lstStyle/>
        <a:p>
          <a:endParaRPr lang="en-US"/>
        </a:p>
      </dgm:t>
    </dgm:pt>
    <dgm:pt modelId="{51151CCB-6A14-4B98-8894-1420EFB48D03}">
      <dgm:prSet/>
      <dgm:spPr/>
      <dgm:t>
        <a:bodyPr/>
        <a:lstStyle/>
        <a:p>
          <a:r>
            <a:rPr lang="en-US"/>
            <a:t>More services requires more tests, more team communication</a:t>
          </a:r>
        </a:p>
      </dgm:t>
    </dgm:pt>
    <dgm:pt modelId="{827A8129-D6FB-4A83-A2A1-AA902C03A092}" type="parTrans" cxnId="{8AC422F0-B44B-41EA-A5C6-B375CCC61E16}">
      <dgm:prSet/>
      <dgm:spPr/>
      <dgm:t>
        <a:bodyPr/>
        <a:lstStyle/>
        <a:p>
          <a:endParaRPr lang="en-US"/>
        </a:p>
      </dgm:t>
    </dgm:pt>
    <dgm:pt modelId="{9D4D08AD-4021-4685-AC8B-D8425F517F24}" type="sibTrans" cxnId="{8AC422F0-B44B-41EA-A5C6-B375CCC61E16}">
      <dgm:prSet/>
      <dgm:spPr/>
      <dgm:t>
        <a:bodyPr/>
        <a:lstStyle/>
        <a:p>
          <a:endParaRPr lang="en-US"/>
        </a:p>
      </dgm:t>
    </dgm:pt>
    <dgm:pt modelId="{4EB88002-06E4-4206-AAB2-D80C969566A7}">
      <dgm:prSet/>
      <dgm:spPr/>
      <dgm:t>
        <a:bodyPr/>
        <a:lstStyle/>
        <a:p>
          <a:r>
            <a:rPr lang="en-US"/>
            <a:t>How to contract test, what problems it solves</a:t>
          </a:r>
        </a:p>
      </dgm:t>
    </dgm:pt>
    <dgm:pt modelId="{6AA8A7DA-EE76-4DE2-AD34-828D8B1E8ACD}" type="parTrans" cxnId="{5B2A279D-CA2D-4D75-9889-47ED85844BFE}">
      <dgm:prSet/>
      <dgm:spPr/>
      <dgm:t>
        <a:bodyPr/>
        <a:lstStyle/>
        <a:p>
          <a:endParaRPr lang="en-US"/>
        </a:p>
      </dgm:t>
    </dgm:pt>
    <dgm:pt modelId="{A95EC509-28A3-4B7B-81DD-DBE12BBF51BA}" type="sibTrans" cxnId="{5B2A279D-CA2D-4D75-9889-47ED85844BFE}">
      <dgm:prSet/>
      <dgm:spPr/>
      <dgm:t>
        <a:bodyPr/>
        <a:lstStyle/>
        <a:p>
          <a:endParaRPr lang="en-US"/>
        </a:p>
      </dgm:t>
    </dgm:pt>
    <dgm:pt modelId="{45C2B6B9-77B7-4986-A683-2D5758CCEA5A}">
      <dgm:prSet/>
      <dgm:spPr/>
      <dgm:t>
        <a:bodyPr/>
        <a:lstStyle/>
        <a:p>
          <a:r>
            <a:rPr lang="en-US"/>
            <a:t>Coding demo</a:t>
          </a:r>
        </a:p>
      </dgm:t>
    </dgm:pt>
    <dgm:pt modelId="{5A591AA6-5086-40C4-A800-3A1299D5236C}" type="parTrans" cxnId="{60AD78AF-4E11-4204-9B1B-B029EF7A2916}">
      <dgm:prSet/>
      <dgm:spPr/>
      <dgm:t>
        <a:bodyPr/>
        <a:lstStyle/>
        <a:p>
          <a:endParaRPr lang="en-US"/>
        </a:p>
      </dgm:t>
    </dgm:pt>
    <dgm:pt modelId="{A9821EA4-9380-47D3-883A-19EF9705267C}" type="sibTrans" cxnId="{60AD78AF-4E11-4204-9B1B-B029EF7A2916}">
      <dgm:prSet/>
      <dgm:spPr/>
      <dgm:t>
        <a:bodyPr/>
        <a:lstStyle/>
        <a:p>
          <a:endParaRPr lang="en-US"/>
        </a:p>
      </dgm:t>
    </dgm:pt>
    <dgm:pt modelId="{AD8EE7E5-22F0-4DC8-BA96-BEEDBE47FCD9}" type="pres">
      <dgm:prSet presAssocID="{B4D155A3-82E4-47F8-905D-6BBF10871D50}" presName="vert0" presStyleCnt="0">
        <dgm:presLayoutVars>
          <dgm:dir/>
          <dgm:animOne val="branch"/>
          <dgm:animLvl val="lvl"/>
        </dgm:presLayoutVars>
      </dgm:prSet>
      <dgm:spPr/>
    </dgm:pt>
    <dgm:pt modelId="{5A1DA782-3736-4CF8-B8D7-84D768C8042C}" type="pres">
      <dgm:prSet presAssocID="{7F5D8D27-8071-48C1-AE8D-16F223A34F0F}" presName="thickLine" presStyleLbl="alignNode1" presStyleIdx="0" presStyleCnt="6"/>
      <dgm:spPr/>
    </dgm:pt>
    <dgm:pt modelId="{CC5C95EC-1DCA-4748-865C-2D3E5FFDA839}" type="pres">
      <dgm:prSet presAssocID="{7F5D8D27-8071-48C1-AE8D-16F223A34F0F}" presName="horz1" presStyleCnt="0"/>
      <dgm:spPr/>
    </dgm:pt>
    <dgm:pt modelId="{04213BD1-0E08-451F-B6AA-6EB22C2010B3}" type="pres">
      <dgm:prSet presAssocID="{7F5D8D27-8071-48C1-AE8D-16F223A34F0F}" presName="tx1" presStyleLbl="revTx" presStyleIdx="0" presStyleCnt="6"/>
      <dgm:spPr/>
    </dgm:pt>
    <dgm:pt modelId="{740314C0-E671-4E70-9B36-3E52FB8E57E5}" type="pres">
      <dgm:prSet presAssocID="{7F5D8D27-8071-48C1-AE8D-16F223A34F0F}" presName="vert1" presStyleCnt="0"/>
      <dgm:spPr/>
    </dgm:pt>
    <dgm:pt modelId="{0854E463-74C3-4916-9860-A4CC7EE143F5}" type="pres">
      <dgm:prSet presAssocID="{E37CB408-1EB9-46FD-8AE8-20354203144E}" presName="thickLine" presStyleLbl="alignNode1" presStyleIdx="1" presStyleCnt="6"/>
      <dgm:spPr/>
    </dgm:pt>
    <dgm:pt modelId="{57F90D07-C16F-406F-B9BE-FBE1E7317561}" type="pres">
      <dgm:prSet presAssocID="{E37CB408-1EB9-46FD-8AE8-20354203144E}" presName="horz1" presStyleCnt="0"/>
      <dgm:spPr/>
    </dgm:pt>
    <dgm:pt modelId="{C7E697D8-68B5-4FAF-AE18-E0DA81B7F8B8}" type="pres">
      <dgm:prSet presAssocID="{E37CB408-1EB9-46FD-8AE8-20354203144E}" presName="tx1" presStyleLbl="revTx" presStyleIdx="1" presStyleCnt="6"/>
      <dgm:spPr/>
    </dgm:pt>
    <dgm:pt modelId="{BA7BBA3B-8C0B-4BED-996E-248AF9C9DB19}" type="pres">
      <dgm:prSet presAssocID="{E37CB408-1EB9-46FD-8AE8-20354203144E}" presName="vert1" presStyleCnt="0"/>
      <dgm:spPr/>
    </dgm:pt>
    <dgm:pt modelId="{D2EBB1CE-2B39-415B-A3B6-43DF4A24CB77}" type="pres">
      <dgm:prSet presAssocID="{49685732-5233-4AD5-9896-24FCC5E02C57}" presName="thickLine" presStyleLbl="alignNode1" presStyleIdx="2" presStyleCnt="6"/>
      <dgm:spPr/>
    </dgm:pt>
    <dgm:pt modelId="{E9DF0F97-3D21-4FC2-8929-4046EC73AE52}" type="pres">
      <dgm:prSet presAssocID="{49685732-5233-4AD5-9896-24FCC5E02C57}" presName="horz1" presStyleCnt="0"/>
      <dgm:spPr/>
    </dgm:pt>
    <dgm:pt modelId="{0B1BCA70-912F-494B-A964-F5CC2C6B1C5A}" type="pres">
      <dgm:prSet presAssocID="{49685732-5233-4AD5-9896-24FCC5E02C57}" presName="tx1" presStyleLbl="revTx" presStyleIdx="2" presStyleCnt="6"/>
      <dgm:spPr/>
    </dgm:pt>
    <dgm:pt modelId="{7CA847AD-B72E-45F4-8310-2552F69CB1AA}" type="pres">
      <dgm:prSet presAssocID="{49685732-5233-4AD5-9896-24FCC5E02C57}" presName="vert1" presStyleCnt="0"/>
      <dgm:spPr/>
    </dgm:pt>
    <dgm:pt modelId="{490D1265-C924-460D-80B8-18E0B5E94DA7}" type="pres">
      <dgm:prSet presAssocID="{51151CCB-6A14-4B98-8894-1420EFB48D03}" presName="thickLine" presStyleLbl="alignNode1" presStyleIdx="3" presStyleCnt="6"/>
      <dgm:spPr/>
    </dgm:pt>
    <dgm:pt modelId="{07773691-A1EC-4E19-81D1-7588274B1DC7}" type="pres">
      <dgm:prSet presAssocID="{51151CCB-6A14-4B98-8894-1420EFB48D03}" presName="horz1" presStyleCnt="0"/>
      <dgm:spPr/>
    </dgm:pt>
    <dgm:pt modelId="{6392CCD6-85AF-48F8-8BA3-4B937BF316CC}" type="pres">
      <dgm:prSet presAssocID="{51151CCB-6A14-4B98-8894-1420EFB48D03}" presName="tx1" presStyleLbl="revTx" presStyleIdx="3" presStyleCnt="6"/>
      <dgm:spPr/>
    </dgm:pt>
    <dgm:pt modelId="{519B295A-722D-4F3B-993A-BA14D67D37D8}" type="pres">
      <dgm:prSet presAssocID="{51151CCB-6A14-4B98-8894-1420EFB48D03}" presName="vert1" presStyleCnt="0"/>
      <dgm:spPr/>
    </dgm:pt>
    <dgm:pt modelId="{48BE7F27-F9B6-46BA-8C78-4816660D5C1D}" type="pres">
      <dgm:prSet presAssocID="{4EB88002-06E4-4206-AAB2-D80C969566A7}" presName="thickLine" presStyleLbl="alignNode1" presStyleIdx="4" presStyleCnt="6"/>
      <dgm:spPr/>
    </dgm:pt>
    <dgm:pt modelId="{93BB4B79-D75A-445E-BDE6-73417B4289F8}" type="pres">
      <dgm:prSet presAssocID="{4EB88002-06E4-4206-AAB2-D80C969566A7}" presName="horz1" presStyleCnt="0"/>
      <dgm:spPr/>
    </dgm:pt>
    <dgm:pt modelId="{098A6C4E-1B89-444D-9049-452676A9C309}" type="pres">
      <dgm:prSet presAssocID="{4EB88002-06E4-4206-AAB2-D80C969566A7}" presName="tx1" presStyleLbl="revTx" presStyleIdx="4" presStyleCnt="6"/>
      <dgm:spPr/>
    </dgm:pt>
    <dgm:pt modelId="{42533183-26B3-4768-8EE9-F5E1ADE5D6C1}" type="pres">
      <dgm:prSet presAssocID="{4EB88002-06E4-4206-AAB2-D80C969566A7}" presName="vert1" presStyleCnt="0"/>
      <dgm:spPr/>
    </dgm:pt>
    <dgm:pt modelId="{8CBD267F-22DE-441A-8BA1-B5C3D8637417}" type="pres">
      <dgm:prSet presAssocID="{45C2B6B9-77B7-4986-A683-2D5758CCEA5A}" presName="thickLine" presStyleLbl="alignNode1" presStyleIdx="5" presStyleCnt="6"/>
      <dgm:spPr/>
    </dgm:pt>
    <dgm:pt modelId="{F38EED2A-B391-480F-B2AF-F8A7CBFAF86B}" type="pres">
      <dgm:prSet presAssocID="{45C2B6B9-77B7-4986-A683-2D5758CCEA5A}" presName="horz1" presStyleCnt="0"/>
      <dgm:spPr/>
    </dgm:pt>
    <dgm:pt modelId="{0ADAE8AA-7DF4-4DB7-AC08-E250B2DACF09}" type="pres">
      <dgm:prSet presAssocID="{45C2B6B9-77B7-4986-A683-2D5758CCEA5A}" presName="tx1" presStyleLbl="revTx" presStyleIdx="5" presStyleCnt="6"/>
      <dgm:spPr/>
    </dgm:pt>
    <dgm:pt modelId="{965354A8-7C78-4B77-BC06-3808D5422DBF}" type="pres">
      <dgm:prSet presAssocID="{45C2B6B9-77B7-4986-A683-2D5758CCEA5A}" presName="vert1" presStyleCnt="0"/>
      <dgm:spPr/>
    </dgm:pt>
  </dgm:ptLst>
  <dgm:cxnLst>
    <dgm:cxn modelId="{B976FD3F-9E7B-4004-BD4D-DF209743E707}" type="presOf" srcId="{45C2B6B9-77B7-4986-A683-2D5758CCEA5A}" destId="{0ADAE8AA-7DF4-4DB7-AC08-E250B2DACF09}" srcOrd="0" destOrd="0" presId="urn:microsoft.com/office/officeart/2008/layout/LinedList"/>
    <dgm:cxn modelId="{D9C79A73-4C60-43C2-B5A9-1B16F1AF9347}" type="presOf" srcId="{51151CCB-6A14-4B98-8894-1420EFB48D03}" destId="{6392CCD6-85AF-48F8-8BA3-4B937BF316CC}" srcOrd="0" destOrd="0" presId="urn:microsoft.com/office/officeart/2008/layout/LinedList"/>
    <dgm:cxn modelId="{206C5059-F088-431F-8E85-8287B0C684BC}" type="presOf" srcId="{B4D155A3-82E4-47F8-905D-6BBF10871D50}" destId="{AD8EE7E5-22F0-4DC8-BA96-BEEDBE47FCD9}" srcOrd="0" destOrd="0" presId="urn:microsoft.com/office/officeart/2008/layout/LinedList"/>
    <dgm:cxn modelId="{5B2A279D-CA2D-4D75-9889-47ED85844BFE}" srcId="{B4D155A3-82E4-47F8-905D-6BBF10871D50}" destId="{4EB88002-06E4-4206-AAB2-D80C969566A7}" srcOrd="4" destOrd="0" parTransId="{6AA8A7DA-EE76-4DE2-AD34-828D8B1E8ACD}" sibTransId="{A95EC509-28A3-4B7B-81DD-DBE12BBF51BA}"/>
    <dgm:cxn modelId="{A408299D-0703-47F7-8918-D713C43233F1}" srcId="{B4D155A3-82E4-47F8-905D-6BBF10871D50}" destId="{49685732-5233-4AD5-9896-24FCC5E02C57}" srcOrd="2" destOrd="0" parTransId="{7AD3EEA6-825A-4273-B0D2-49EC074A0CB5}" sibTransId="{580C5648-76C6-4B4A-8931-956391676580}"/>
    <dgm:cxn modelId="{7BF1EC9E-EEE6-49E8-A368-DF0A83CFBF7E}" type="presOf" srcId="{E37CB408-1EB9-46FD-8AE8-20354203144E}" destId="{C7E697D8-68B5-4FAF-AE18-E0DA81B7F8B8}" srcOrd="0" destOrd="0" presId="urn:microsoft.com/office/officeart/2008/layout/LinedList"/>
    <dgm:cxn modelId="{C0461E9F-5C4B-4580-B8EB-DD1474573C59}" srcId="{B4D155A3-82E4-47F8-905D-6BBF10871D50}" destId="{E37CB408-1EB9-46FD-8AE8-20354203144E}" srcOrd="1" destOrd="0" parTransId="{899D0A91-5E76-4CBD-99CE-A8C32C4A3E06}" sibTransId="{818B4BC1-0F08-453E-A76B-7C8BD6FB2B0A}"/>
    <dgm:cxn modelId="{60AD78AF-4E11-4204-9B1B-B029EF7A2916}" srcId="{B4D155A3-82E4-47F8-905D-6BBF10871D50}" destId="{45C2B6B9-77B7-4986-A683-2D5758CCEA5A}" srcOrd="5" destOrd="0" parTransId="{5A591AA6-5086-40C4-A800-3A1299D5236C}" sibTransId="{A9821EA4-9380-47D3-883A-19EF9705267C}"/>
    <dgm:cxn modelId="{911E4EC2-F5FE-4244-B249-1E2C0D0244F4}" type="presOf" srcId="{4EB88002-06E4-4206-AAB2-D80C969566A7}" destId="{098A6C4E-1B89-444D-9049-452676A9C309}" srcOrd="0" destOrd="0" presId="urn:microsoft.com/office/officeart/2008/layout/LinedList"/>
    <dgm:cxn modelId="{466300CD-CB51-4EE7-B973-2560440831E0}" type="presOf" srcId="{7F5D8D27-8071-48C1-AE8D-16F223A34F0F}" destId="{04213BD1-0E08-451F-B6AA-6EB22C2010B3}" srcOrd="0" destOrd="0" presId="urn:microsoft.com/office/officeart/2008/layout/LinedList"/>
    <dgm:cxn modelId="{E1BC07ED-FD0E-44AA-B7D2-88377F0C1F1D}" srcId="{B4D155A3-82E4-47F8-905D-6BBF10871D50}" destId="{7F5D8D27-8071-48C1-AE8D-16F223A34F0F}" srcOrd="0" destOrd="0" parTransId="{EC5BA1D1-B37A-4217-B9ED-75E343404D39}" sibTransId="{7E1C3BE8-F216-43DB-B8FE-32525B9DB2D7}"/>
    <dgm:cxn modelId="{8AC422F0-B44B-41EA-A5C6-B375CCC61E16}" srcId="{B4D155A3-82E4-47F8-905D-6BBF10871D50}" destId="{51151CCB-6A14-4B98-8894-1420EFB48D03}" srcOrd="3" destOrd="0" parTransId="{827A8129-D6FB-4A83-A2A1-AA902C03A092}" sibTransId="{9D4D08AD-4021-4685-AC8B-D8425F517F24}"/>
    <dgm:cxn modelId="{5D6DCDFF-993D-40D8-938D-77DA3A9B6312}" type="presOf" srcId="{49685732-5233-4AD5-9896-24FCC5E02C57}" destId="{0B1BCA70-912F-494B-A964-F5CC2C6B1C5A}" srcOrd="0" destOrd="0" presId="urn:microsoft.com/office/officeart/2008/layout/LinedList"/>
    <dgm:cxn modelId="{8382747D-C44B-4BAC-88E4-CDCD47B1DF00}" type="presParOf" srcId="{AD8EE7E5-22F0-4DC8-BA96-BEEDBE47FCD9}" destId="{5A1DA782-3736-4CF8-B8D7-84D768C8042C}" srcOrd="0" destOrd="0" presId="urn:microsoft.com/office/officeart/2008/layout/LinedList"/>
    <dgm:cxn modelId="{5CBCA3AE-B67E-4935-B550-5B53B753E7B0}" type="presParOf" srcId="{AD8EE7E5-22F0-4DC8-BA96-BEEDBE47FCD9}" destId="{CC5C95EC-1DCA-4748-865C-2D3E5FFDA839}" srcOrd="1" destOrd="0" presId="urn:microsoft.com/office/officeart/2008/layout/LinedList"/>
    <dgm:cxn modelId="{74B78743-922E-4BF8-B543-C07CC5E2BF70}" type="presParOf" srcId="{CC5C95EC-1DCA-4748-865C-2D3E5FFDA839}" destId="{04213BD1-0E08-451F-B6AA-6EB22C2010B3}" srcOrd="0" destOrd="0" presId="urn:microsoft.com/office/officeart/2008/layout/LinedList"/>
    <dgm:cxn modelId="{810A358D-D5D2-4FF8-990F-F46E9369D1BE}" type="presParOf" srcId="{CC5C95EC-1DCA-4748-865C-2D3E5FFDA839}" destId="{740314C0-E671-4E70-9B36-3E52FB8E57E5}" srcOrd="1" destOrd="0" presId="urn:microsoft.com/office/officeart/2008/layout/LinedList"/>
    <dgm:cxn modelId="{355E548C-2879-43F3-977E-A8EC727C06D4}" type="presParOf" srcId="{AD8EE7E5-22F0-4DC8-BA96-BEEDBE47FCD9}" destId="{0854E463-74C3-4916-9860-A4CC7EE143F5}" srcOrd="2" destOrd="0" presId="urn:microsoft.com/office/officeart/2008/layout/LinedList"/>
    <dgm:cxn modelId="{572A2E16-0FA8-4BBA-9C76-69EC5600C12A}" type="presParOf" srcId="{AD8EE7E5-22F0-4DC8-BA96-BEEDBE47FCD9}" destId="{57F90D07-C16F-406F-B9BE-FBE1E7317561}" srcOrd="3" destOrd="0" presId="urn:microsoft.com/office/officeart/2008/layout/LinedList"/>
    <dgm:cxn modelId="{D339816E-3767-4D23-BA34-CC49F46E89F8}" type="presParOf" srcId="{57F90D07-C16F-406F-B9BE-FBE1E7317561}" destId="{C7E697D8-68B5-4FAF-AE18-E0DA81B7F8B8}" srcOrd="0" destOrd="0" presId="urn:microsoft.com/office/officeart/2008/layout/LinedList"/>
    <dgm:cxn modelId="{FD441B92-25E2-424E-8D85-F2166E4A38E8}" type="presParOf" srcId="{57F90D07-C16F-406F-B9BE-FBE1E7317561}" destId="{BA7BBA3B-8C0B-4BED-996E-248AF9C9DB19}" srcOrd="1" destOrd="0" presId="urn:microsoft.com/office/officeart/2008/layout/LinedList"/>
    <dgm:cxn modelId="{2A631FE2-6602-41EA-AE9F-74FC148B1113}" type="presParOf" srcId="{AD8EE7E5-22F0-4DC8-BA96-BEEDBE47FCD9}" destId="{D2EBB1CE-2B39-415B-A3B6-43DF4A24CB77}" srcOrd="4" destOrd="0" presId="urn:microsoft.com/office/officeart/2008/layout/LinedList"/>
    <dgm:cxn modelId="{5639EE88-06D4-4F36-8D54-ED90F22138C9}" type="presParOf" srcId="{AD8EE7E5-22F0-4DC8-BA96-BEEDBE47FCD9}" destId="{E9DF0F97-3D21-4FC2-8929-4046EC73AE52}" srcOrd="5" destOrd="0" presId="urn:microsoft.com/office/officeart/2008/layout/LinedList"/>
    <dgm:cxn modelId="{D5748A68-493C-4832-B108-86C86E7B8E1D}" type="presParOf" srcId="{E9DF0F97-3D21-4FC2-8929-4046EC73AE52}" destId="{0B1BCA70-912F-494B-A964-F5CC2C6B1C5A}" srcOrd="0" destOrd="0" presId="urn:microsoft.com/office/officeart/2008/layout/LinedList"/>
    <dgm:cxn modelId="{87D34463-1FC9-4DAD-B79D-7E298136FE6D}" type="presParOf" srcId="{E9DF0F97-3D21-4FC2-8929-4046EC73AE52}" destId="{7CA847AD-B72E-45F4-8310-2552F69CB1AA}" srcOrd="1" destOrd="0" presId="urn:microsoft.com/office/officeart/2008/layout/LinedList"/>
    <dgm:cxn modelId="{2A673E67-822F-4C1D-99FE-1CC784D86A15}" type="presParOf" srcId="{AD8EE7E5-22F0-4DC8-BA96-BEEDBE47FCD9}" destId="{490D1265-C924-460D-80B8-18E0B5E94DA7}" srcOrd="6" destOrd="0" presId="urn:microsoft.com/office/officeart/2008/layout/LinedList"/>
    <dgm:cxn modelId="{D70CA647-2046-49DB-A745-FEC45DB8D777}" type="presParOf" srcId="{AD8EE7E5-22F0-4DC8-BA96-BEEDBE47FCD9}" destId="{07773691-A1EC-4E19-81D1-7588274B1DC7}" srcOrd="7" destOrd="0" presId="urn:microsoft.com/office/officeart/2008/layout/LinedList"/>
    <dgm:cxn modelId="{B7AA0443-CE47-4FF7-9BD6-9C3D1D7A9D37}" type="presParOf" srcId="{07773691-A1EC-4E19-81D1-7588274B1DC7}" destId="{6392CCD6-85AF-48F8-8BA3-4B937BF316CC}" srcOrd="0" destOrd="0" presId="urn:microsoft.com/office/officeart/2008/layout/LinedList"/>
    <dgm:cxn modelId="{29E927F1-6BF3-4DE8-8054-8EAC1937CE10}" type="presParOf" srcId="{07773691-A1EC-4E19-81D1-7588274B1DC7}" destId="{519B295A-722D-4F3B-993A-BA14D67D37D8}" srcOrd="1" destOrd="0" presId="urn:microsoft.com/office/officeart/2008/layout/LinedList"/>
    <dgm:cxn modelId="{AB66A536-ACB1-4634-B87D-40B7AF0EC743}" type="presParOf" srcId="{AD8EE7E5-22F0-4DC8-BA96-BEEDBE47FCD9}" destId="{48BE7F27-F9B6-46BA-8C78-4816660D5C1D}" srcOrd="8" destOrd="0" presId="urn:microsoft.com/office/officeart/2008/layout/LinedList"/>
    <dgm:cxn modelId="{E2F2A36E-716C-488E-92D2-057713072422}" type="presParOf" srcId="{AD8EE7E5-22F0-4DC8-BA96-BEEDBE47FCD9}" destId="{93BB4B79-D75A-445E-BDE6-73417B4289F8}" srcOrd="9" destOrd="0" presId="urn:microsoft.com/office/officeart/2008/layout/LinedList"/>
    <dgm:cxn modelId="{58AB8136-F935-4BCC-9FB0-5B8618AD2EE4}" type="presParOf" srcId="{93BB4B79-D75A-445E-BDE6-73417B4289F8}" destId="{098A6C4E-1B89-444D-9049-452676A9C309}" srcOrd="0" destOrd="0" presId="urn:microsoft.com/office/officeart/2008/layout/LinedList"/>
    <dgm:cxn modelId="{EC2F9F04-1C67-485E-8835-1AD4FFB87D39}" type="presParOf" srcId="{93BB4B79-D75A-445E-BDE6-73417B4289F8}" destId="{42533183-26B3-4768-8EE9-F5E1ADE5D6C1}" srcOrd="1" destOrd="0" presId="urn:microsoft.com/office/officeart/2008/layout/LinedList"/>
    <dgm:cxn modelId="{D58BEEFD-EBCE-4C60-BE39-7428A92130A6}" type="presParOf" srcId="{AD8EE7E5-22F0-4DC8-BA96-BEEDBE47FCD9}" destId="{8CBD267F-22DE-441A-8BA1-B5C3D8637417}" srcOrd="10" destOrd="0" presId="urn:microsoft.com/office/officeart/2008/layout/LinedList"/>
    <dgm:cxn modelId="{AA936DCD-10BF-4CBD-B365-44A5160E48C1}" type="presParOf" srcId="{AD8EE7E5-22F0-4DC8-BA96-BEEDBE47FCD9}" destId="{F38EED2A-B391-480F-B2AF-F8A7CBFAF86B}" srcOrd="11" destOrd="0" presId="urn:microsoft.com/office/officeart/2008/layout/LinedList"/>
    <dgm:cxn modelId="{E05C7493-1A9F-4156-BBE2-EDFADF27B0A6}" type="presParOf" srcId="{F38EED2A-B391-480F-B2AF-F8A7CBFAF86B}" destId="{0ADAE8AA-7DF4-4DB7-AC08-E250B2DACF09}" srcOrd="0" destOrd="0" presId="urn:microsoft.com/office/officeart/2008/layout/LinedList"/>
    <dgm:cxn modelId="{BA77FD53-1123-4550-847D-75B247EC0C11}" type="presParOf" srcId="{F38EED2A-B391-480F-B2AF-F8A7CBFAF86B}" destId="{965354A8-7C78-4B77-BC06-3808D5422D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060B4-778B-459C-8834-946150B76D34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F13C2-558C-48EF-A13C-5F95A706CAD7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08451-E0FF-420D-9D8B-3255D4C7DFA8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What is contract testing?</a:t>
          </a:r>
        </a:p>
      </dsp:txBody>
      <dsp:txXfrm>
        <a:off x="1074268" y="4366"/>
        <a:ext cx="5170996" cy="930102"/>
      </dsp:txXfrm>
    </dsp:sp>
    <dsp:sp modelId="{3EAA538D-6784-477A-B1EF-825A287262CA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6310E-708B-48EA-B0AE-9212FE894368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02009-DD38-48BA-9170-A884D6EDDDC3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Why use it over current testing methods?</a:t>
          </a:r>
        </a:p>
      </dsp:txBody>
      <dsp:txXfrm>
        <a:off x="1074268" y="1166994"/>
        <a:ext cx="5170996" cy="930102"/>
      </dsp:txXfrm>
    </dsp:sp>
    <dsp:sp modelId="{1D5A20B1-946F-4C18-BFCC-DE76F6ABBA37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DF35A4-0C50-497A-9240-AB6B84DC2208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59FBF-0759-44C7-B3A7-EBC82006674C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Microservices implications</a:t>
          </a:r>
        </a:p>
      </dsp:txBody>
      <dsp:txXfrm>
        <a:off x="1074268" y="2329622"/>
        <a:ext cx="5170996" cy="930102"/>
      </dsp:txXfrm>
    </dsp:sp>
    <dsp:sp modelId="{E81868AA-FD6A-4ADD-AFEC-B6ECB73B6DFA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077CE7-D7A2-41BB-9A3F-6FC0BB7694B7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54573-D609-4557-8E1C-847DCC12E310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How to contract test</a:t>
          </a:r>
        </a:p>
      </dsp:txBody>
      <dsp:txXfrm>
        <a:off x="1074268" y="3492250"/>
        <a:ext cx="5170996" cy="930102"/>
      </dsp:txXfrm>
    </dsp:sp>
    <dsp:sp modelId="{FB51F7FD-6A1F-454D-8C4C-E74B94B93E42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F769EA-A07D-4606-BFBA-9624094036E8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A2C13-D46C-4E85-9A44-61C1953801EC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Coding demo with Pact</a:t>
          </a:r>
        </a:p>
      </dsp:txBody>
      <dsp:txXfrm>
        <a:off x="1074268" y="4654878"/>
        <a:ext cx="5170996" cy="930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3C7F2A-88D2-4CA7-91CE-9EBD1A4F02FB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E78AA5-D8D7-4F29-A642-B52C359CE6A0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2BD9AB-5D20-43C5-AB88-3E15C3664237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Library for writing contract tests</a:t>
          </a:r>
        </a:p>
      </dsp:txBody>
      <dsp:txXfrm>
        <a:off x="1435590" y="531"/>
        <a:ext cx="9080009" cy="1242935"/>
      </dsp:txXfrm>
    </dsp:sp>
    <dsp:sp modelId="{B5648BFE-CDBE-46DE-85D7-BB50933111B2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2C7147-BB84-465C-AA5F-CE745451082A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0397D-3317-47B8-B96E-A8888633645C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Javascript</a:t>
          </a:r>
          <a:r>
            <a:rPr lang="en-US" sz="2500" kern="1200" dirty="0"/>
            <a:t>, Java, .NET, Go, Python, Swift, Scala, PHP, Ruby, Rust, C++</a:t>
          </a:r>
        </a:p>
      </dsp:txBody>
      <dsp:txXfrm>
        <a:off x="1435590" y="1554201"/>
        <a:ext cx="9080009" cy="1242935"/>
      </dsp:txXfrm>
    </dsp:sp>
    <dsp:sp modelId="{20167908-B8AB-4A52-AD92-38AF7E593F9A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3E4B22-9BEB-4036-A15E-93EB3A8AFCA5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942E7B-DA16-4D5E-AC83-1B4FB996352F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Backend written in Rust</a:t>
          </a:r>
        </a:p>
      </dsp:txBody>
      <dsp:txXfrm>
        <a:off x="1435590" y="3107870"/>
        <a:ext cx="908000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1DA782-3736-4CF8-B8D7-84D768C8042C}">
      <dsp:nvSpPr>
        <dsp:cNvPr id="0" name=""/>
        <dsp:cNvSpPr/>
      </dsp:nvSpPr>
      <dsp:spPr>
        <a:xfrm>
          <a:off x="0" y="2560"/>
          <a:ext cx="65892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13BD1-0E08-451F-B6AA-6EB22C2010B3}">
      <dsp:nvSpPr>
        <dsp:cNvPr id="0" name=""/>
        <dsp:cNvSpPr/>
      </dsp:nvSpPr>
      <dsp:spPr>
        <a:xfrm>
          <a:off x="0" y="2560"/>
          <a:ext cx="6589260" cy="873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What is contract testing?</a:t>
          </a:r>
        </a:p>
      </dsp:txBody>
      <dsp:txXfrm>
        <a:off x="0" y="2560"/>
        <a:ext cx="6589260" cy="873145"/>
      </dsp:txXfrm>
    </dsp:sp>
    <dsp:sp modelId="{0854E463-74C3-4916-9860-A4CC7EE143F5}">
      <dsp:nvSpPr>
        <dsp:cNvPr id="0" name=""/>
        <dsp:cNvSpPr/>
      </dsp:nvSpPr>
      <dsp:spPr>
        <a:xfrm>
          <a:off x="0" y="875705"/>
          <a:ext cx="6589260" cy="0"/>
        </a:xfrm>
        <a:prstGeom prst="line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E697D8-68B5-4FAF-AE18-E0DA81B7F8B8}">
      <dsp:nvSpPr>
        <dsp:cNvPr id="0" name=""/>
        <dsp:cNvSpPr/>
      </dsp:nvSpPr>
      <dsp:spPr>
        <a:xfrm>
          <a:off x="0" y="875705"/>
          <a:ext cx="6589260" cy="873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Why use it over current testing methods?</a:t>
          </a:r>
        </a:p>
      </dsp:txBody>
      <dsp:txXfrm>
        <a:off x="0" y="875705"/>
        <a:ext cx="6589260" cy="873145"/>
      </dsp:txXfrm>
    </dsp:sp>
    <dsp:sp modelId="{D2EBB1CE-2B39-415B-A3B6-43DF4A24CB77}">
      <dsp:nvSpPr>
        <dsp:cNvPr id="0" name=""/>
        <dsp:cNvSpPr/>
      </dsp:nvSpPr>
      <dsp:spPr>
        <a:xfrm>
          <a:off x="0" y="1748851"/>
          <a:ext cx="6589260" cy="0"/>
        </a:xfrm>
        <a:prstGeom prst="line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BCA70-912F-494B-A964-F5CC2C6B1C5A}">
      <dsp:nvSpPr>
        <dsp:cNvPr id="0" name=""/>
        <dsp:cNvSpPr/>
      </dsp:nvSpPr>
      <dsp:spPr>
        <a:xfrm>
          <a:off x="0" y="1748851"/>
          <a:ext cx="6589260" cy="873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Microservices in modern organizations</a:t>
          </a:r>
        </a:p>
      </dsp:txBody>
      <dsp:txXfrm>
        <a:off x="0" y="1748851"/>
        <a:ext cx="6589260" cy="873145"/>
      </dsp:txXfrm>
    </dsp:sp>
    <dsp:sp modelId="{490D1265-C924-460D-80B8-18E0B5E94DA7}">
      <dsp:nvSpPr>
        <dsp:cNvPr id="0" name=""/>
        <dsp:cNvSpPr/>
      </dsp:nvSpPr>
      <dsp:spPr>
        <a:xfrm>
          <a:off x="0" y="2621996"/>
          <a:ext cx="6589260" cy="0"/>
        </a:xfrm>
        <a:prstGeom prst="line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2CCD6-85AF-48F8-8BA3-4B937BF316CC}">
      <dsp:nvSpPr>
        <dsp:cNvPr id="0" name=""/>
        <dsp:cNvSpPr/>
      </dsp:nvSpPr>
      <dsp:spPr>
        <a:xfrm>
          <a:off x="0" y="2621996"/>
          <a:ext cx="6589260" cy="873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More services requires more tests, more team communication</a:t>
          </a:r>
        </a:p>
      </dsp:txBody>
      <dsp:txXfrm>
        <a:off x="0" y="2621996"/>
        <a:ext cx="6589260" cy="873145"/>
      </dsp:txXfrm>
    </dsp:sp>
    <dsp:sp modelId="{48BE7F27-F9B6-46BA-8C78-4816660D5C1D}">
      <dsp:nvSpPr>
        <dsp:cNvPr id="0" name=""/>
        <dsp:cNvSpPr/>
      </dsp:nvSpPr>
      <dsp:spPr>
        <a:xfrm>
          <a:off x="0" y="3495141"/>
          <a:ext cx="6589260" cy="0"/>
        </a:xfrm>
        <a:prstGeom prst="line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8A6C4E-1B89-444D-9049-452676A9C309}">
      <dsp:nvSpPr>
        <dsp:cNvPr id="0" name=""/>
        <dsp:cNvSpPr/>
      </dsp:nvSpPr>
      <dsp:spPr>
        <a:xfrm>
          <a:off x="0" y="3495141"/>
          <a:ext cx="6589260" cy="873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How to contract test, what problems it solves</a:t>
          </a:r>
        </a:p>
      </dsp:txBody>
      <dsp:txXfrm>
        <a:off x="0" y="3495141"/>
        <a:ext cx="6589260" cy="873145"/>
      </dsp:txXfrm>
    </dsp:sp>
    <dsp:sp modelId="{8CBD267F-22DE-441A-8BA1-B5C3D8637417}">
      <dsp:nvSpPr>
        <dsp:cNvPr id="0" name=""/>
        <dsp:cNvSpPr/>
      </dsp:nvSpPr>
      <dsp:spPr>
        <a:xfrm>
          <a:off x="0" y="4368287"/>
          <a:ext cx="6589260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DAE8AA-7DF4-4DB7-AC08-E250B2DACF09}">
      <dsp:nvSpPr>
        <dsp:cNvPr id="0" name=""/>
        <dsp:cNvSpPr/>
      </dsp:nvSpPr>
      <dsp:spPr>
        <a:xfrm>
          <a:off x="0" y="4368287"/>
          <a:ext cx="6589260" cy="873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Coding demo</a:t>
          </a:r>
        </a:p>
      </dsp:txBody>
      <dsp:txXfrm>
        <a:off x="0" y="4368287"/>
        <a:ext cx="6589260" cy="8731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5FF75-ACBE-4E60-8AF7-4A49EC2B8CF8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0C5963-DC43-4A7A-AB30-7259C57E4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6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fundamentals/middleware/?view=aspnetcore-8.0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C5963-DC43-4A7A-AB30-7259C57E49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02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C5963-DC43-4A7A-AB30-7259C57E49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09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https://learn.microsoft.com/en-us/aspnet/core/fundamentals/middleware/?view=aspnetcore-8.0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C5963-DC43-4A7A-AB30-7259C57E49C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53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B914A-7E3F-F3D6-702C-08EE8AF6F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7D72F-93A9-A85D-3114-690945C9D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2C550-7E89-9C0D-712C-2F5918E68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1280-3290-48C4-9489-338F763FBE6E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7CCBE-9612-91B3-244F-39219FC62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B7327-95AE-2385-205E-1B602E300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67A5B-DD59-46FE-BFF4-A3F50BB64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06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DB0C-63FB-9FF2-3A58-A572D3B0D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26AFE-65DC-B266-D886-782BD155D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1C7D4-5AEE-16A8-8A03-F8E8D450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1280-3290-48C4-9489-338F763FBE6E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3604-74DF-4D4D-B668-FC79DAF32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67E0E-7DC3-400F-13CE-876BC93E0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67A5B-DD59-46FE-BFF4-A3F50BB64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0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207A-D643-E1CD-C32B-75CCC7882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3C468-FED2-A270-9DB0-6BDB82F49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637B3-BA41-9B17-32C2-10B83011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1280-3290-48C4-9489-338F763FBE6E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1F4CA-4FF2-9E52-1A29-4E14DEE2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F81C8-35E6-3C38-B1CD-C50EE7888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67A5B-DD59-46FE-BFF4-A3F50BB64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9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8906B-A44F-23E7-BFD6-3FBB6EF95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22464-1A99-C6AB-024B-23C72E014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4A9EC-50C8-FFE0-6B18-0E30C3B73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FE65E-B575-D68C-7049-41978B09D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1280-3290-48C4-9489-338F763FBE6E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F27E2-30BF-7FE0-F5D6-FA677A94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FBC36-ECB4-E7C8-4904-84072EA1E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67A5B-DD59-46FE-BFF4-A3F50BB64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84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74E1-0779-2622-D6A7-2A64DECB5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BE817-C7DB-9A28-CFA8-C307A2B38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6C80D-5084-4DA3-49F9-014395F0C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E9B6A9-99E9-0D61-D11F-263FE293D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D50420-F01B-5857-3828-84EB3809A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5D8BF1-7319-D6C1-1C64-16A509F08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1280-3290-48C4-9489-338F763FBE6E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F384C-4C0A-A559-C431-B1C1B3EB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6F5CAF-8BAC-F212-CADA-342ED65B9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67A5B-DD59-46FE-BFF4-A3F50BB64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14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E845-56BB-A31D-B91A-E9F2A0AD5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9EC2E-069A-8BA6-4DDC-9007EBC2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1280-3290-48C4-9489-338F763FBE6E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5AF46-8AC3-2799-9018-10610FF5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D7216-D6F8-336C-B029-B11F3BEC4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67A5B-DD59-46FE-BFF4-A3F50BB64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58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A3A97-7080-270A-304E-5176AC3D8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1280-3290-48C4-9489-338F763FBE6E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6B8B2-E6E7-8349-63F2-2B0BB2945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1B931-54A7-4A26-CEA8-D51F74F2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67A5B-DD59-46FE-BFF4-A3F50BB64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5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8B082-8AC7-7CBF-CB61-BA4DA6455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D42A0-6928-09F9-2B93-100BF315C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25C319-F547-468F-ED6F-3B31D89A9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082EE-0DEC-83F5-4913-992C7C41F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1280-3290-48C4-9489-338F763FBE6E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4A78E-A20E-4700-F17F-3A5224AA9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164A0-002D-55F8-EED2-B1DC06FBF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67A5B-DD59-46FE-BFF4-A3F50BB64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86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663CE-373C-A802-1246-D0785628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587937-0716-CDBD-D720-EF22D596A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D2F2D-1C2E-A32B-6ADB-9008D5FB4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4C1C7-733B-E49A-92DD-C777C672E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1280-3290-48C4-9489-338F763FBE6E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5A287-90D3-464A-5CA8-82E51C82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A1C70-6292-C476-5780-4CB70E48F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67A5B-DD59-46FE-BFF4-A3F50BB64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5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3CC7-7B9F-AAFA-A5B6-A03AAE91E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CE9BB-103B-6D6B-E719-2A30496F5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8C741-F08D-FDCF-D26F-35F549BFE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1280-3290-48C4-9489-338F763FBE6E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86828-2352-DD85-03A2-33FF6DBF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6689B-6097-105A-C32D-20426BC4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67A5B-DD59-46FE-BFF4-A3F50BB64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2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BCC19-4B1C-87B3-7F27-7AD89EC3D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CACD7-C2C6-1053-813D-29156BC91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5066C-3E8E-0FDD-7130-77097DBE2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1280-3290-48C4-9489-338F763FBE6E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4D68A-B0A2-FAFB-AF12-AE2332A31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1FA43-D7A4-B1D5-7774-B673D89CB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67A5B-DD59-46FE-BFF4-A3F50BB64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76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E7224-CDFD-295D-4ADE-EDCAA0445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6BE9D-CC96-D180-1F68-D97CD1662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8A5D0-4C7A-1CAA-3038-C288146A3C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41280-3290-48C4-9489-338F763FBE6E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C244C-E980-438F-7339-DB788B2CC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07846-6BFB-FA1E-A9D8-7C77D0311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67A5B-DD59-46FE-BFF4-A3F50BB64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3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artinfowler.com/articles/practical-test-pyramid.html#ContractTests" TargetMode="Externa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actflow.io/what-are-the-benefits-of-contract-testing/" TargetMode="External"/><Relationship Id="rId4" Type="http://schemas.openxmlformats.org/officeDocument/2006/relationships/hyperlink" Target="https://testing.googleblog.com/2015/04/just-say-no-to-more-end-to-end-tests.html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7155696A-15DC-ECE0-FC80-93D4CDB4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98" b="909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01F10-1A12-565E-445B-CBD02D22C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/>
              <a:t>How to Write Contract Tests in .NET With Pact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6DFEC5-16A4-1831-AB67-5B5749119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Daniel Ward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F6B0A5-808E-6314-C0AD-B3BE5515CE41}"/>
              </a:ext>
            </a:extLst>
          </p:cNvPr>
          <p:cNvSpPr txBox="1"/>
          <p:nvPr/>
        </p:nvSpPr>
        <p:spPr>
          <a:xfrm>
            <a:off x="4629752" y="6488658"/>
            <a:ext cx="333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Slides and repo at daninacan.com</a:t>
            </a:r>
          </a:p>
        </p:txBody>
      </p:sp>
    </p:spTree>
    <p:extLst>
      <p:ext uri="{BB962C8B-B14F-4D97-AF65-F5344CB8AC3E}">
        <p14:creationId xmlns:p14="http://schemas.microsoft.com/office/powerpoint/2010/main" val="107488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3FE733-F95B-4DF6-AFC5-BEEB3577C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3" y="633619"/>
            <a:ext cx="6852464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D4D97B-F0D4-3327-B4A3-0548607CD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978408"/>
            <a:ext cx="6007608" cy="1106424"/>
          </a:xfrm>
        </p:spPr>
        <p:txBody>
          <a:bodyPr>
            <a:normAutofit/>
          </a:bodyPr>
          <a:lstStyle/>
          <a:p>
            <a:r>
              <a:rPr lang="en-US" sz="2800"/>
              <a:t>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4" y="2121408"/>
            <a:ext cx="582472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72387-F9D8-3F08-13E3-A64AE8CD0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4" y="2359152"/>
            <a:ext cx="6007608" cy="3429000"/>
          </a:xfrm>
        </p:spPr>
        <p:txBody>
          <a:bodyPr>
            <a:normAutofit fontScale="92500" lnSpcReduction="20000"/>
          </a:bodyPr>
          <a:lstStyle/>
          <a:p>
            <a:pPr marL="171450" indent="-171450" defTabSz="576072">
              <a:spcAft>
                <a:spcPts val="600"/>
              </a:spcAft>
            </a:pPr>
            <a:r>
              <a:rPr lang="en-US" sz="3200" dirty="0"/>
              <a:t>Software developer, consultant</a:t>
            </a:r>
          </a:p>
          <a:p>
            <a:pPr marL="171450" indent="-171450" defTabSz="576072">
              <a:spcAft>
                <a:spcPts val="600"/>
              </a:spcAft>
            </a:pPr>
            <a:r>
              <a:rPr lang="en-US" sz="3200" dirty="0"/>
              <a:t>Co-organizer San Antonio/Austin .NET User Group</a:t>
            </a:r>
          </a:p>
          <a:p>
            <a:pPr marL="171450" indent="-171450" defTabSz="576072">
              <a:spcAft>
                <a:spcPts val="600"/>
              </a:spcAft>
            </a:pPr>
            <a:r>
              <a:rPr lang="en-US" sz="3200" dirty="0"/>
              <a:t>Microsoft MVP .NET</a:t>
            </a:r>
          </a:p>
          <a:p>
            <a:pPr marL="171450" indent="-171450" defTabSz="576072">
              <a:spcAft>
                <a:spcPts val="600"/>
              </a:spcAft>
            </a:pPr>
            <a:r>
              <a:rPr lang="en-US" sz="3200" dirty="0"/>
              <a:t>🌐 daninacan.com</a:t>
            </a:r>
          </a:p>
          <a:p>
            <a:pPr marL="171450" indent="-171450" defTabSz="576072">
              <a:spcAft>
                <a:spcPts val="600"/>
              </a:spcAft>
            </a:pPr>
            <a:r>
              <a:rPr lang="en-US" sz="3200" dirty="0"/>
              <a:t>      @danielwarddev</a:t>
            </a:r>
          </a:p>
          <a:p>
            <a:pPr marL="171450" indent="-171450" defTabSz="576072">
              <a:spcAft>
                <a:spcPts val="600"/>
              </a:spcAft>
            </a:pPr>
            <a:r>
              <a:rPr lang="en-US" sz="3200" dirty="0"/>
              <a:t>       </a:t>
            </a:r>
            <a:r>
              <a:rPr lang="en-US" sz="3200" dirty="0" err="1"/>
              <a:t>daniel</a:t>
            </a:r>
            <a:r>
              <a:rPr lang="en-US" sz="3200" dirty="0"/>
              <a:t>-ward-dev</a:t>
            </a:r>
          </a:p>
          <a:p>
            <a:pPr marL="171450" indent="-171450" defTabSz="576072">
              <a:spcAft>
                <a:spcPts val="600"/>
              </a:spcAft>
            </a:pPr>
            <a:endParaRPr lang="en-US" sz="2000" dirty="0"/>
          </a:p>
        </p:txBody>
      </p:sp>
      <p:pic>
        <p:nvPicPr>
          <p:cNvPr id="5" name="Picture 4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9DC76225-FFFE-7D6C-705F-9BEFFF58B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835" y="3533728"/>
            <a:ext cx="2941343" cy="1117711"/>
          </a:xfrm>
          <a:prstGeom prst="rect">
            <a:avLst/>
          </a:prstGeom>
        </p:spPr>
      </p:pic>
      <p:pic>
        <p:nvPicPr>
          <p:cNvPr id="4" name="Picture 6" descr="Profile photo for Daniel Ward">
            <a:extLst>
              <a:ext uri="{FF2B5EF4-FFF2-40B4-BE49-F238E27FC236}">
                <a16:creationId xmlns:a16="http://schemas.microsoft.com/office/drawing/2014/main" id="{9863315A-4716-56F2-B6A8-F82689EBA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37506" y="4664243"/>
            <a:ext cx="2001012" cy="200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66CE92-13E3-3DC1-CB0D-003C719D4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0850" y="3397521"/>
            <a:ext cx="1171577" cy="1171577"/>
          </a:xfrm>
          <a:prstGeom prst="rect">
            <a:avLst/>
          </a:prstGeom>
        </p:spPr>
      </p:pic>
      <p:pic>
        <p:nvPicPr>
          <p:cNvPr id="7" name="Picture 6" descr="A blue and white logo&#10;&#10;Description automatically generated">
            <a:extLst>
              <a:ext uri="{FF2B5EF4-FFF2-40B4-BE49-F238E27FC236}">
                <a16:creationId xmlns:a16="http://schemas.microsoft.com/office/drawing/2014/main" id="{31C42C83-3B09-F97D-8584-E06B512AAF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319" y="1743017"/>
            <a:ext cx="2941343" cy="1654504"/>
          </a:xfrm>
          <a:prstGeom prst="rect">
            <a:avLst/>
          </a:prstGeom>
        </p:spPr>
      </p:pic>
      <p:pic>
        <p:nvPicPr>
          <p:cNvPr id="8" name="Picture 7" descr="A blue and black logo&#10;&#10;Description automatically generated">
            <a:extLst>
              <a:ext uri="{FF2B5EF4-FFF2-40B4-BE49-F238E27FC236}">
                <a16:creationId xmlns:a16="http://schemas.microsoft.com/office/drawing/2014/main" id="{09AADFCE-6658-0723-FC93-3DA8829218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535" y="327293"/>
            <a:ext cx="2732910" cy="1393784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82E2698-1F87-1A93-03CC-09061E0846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482" y="4712170"/>
            <a:ext cx="382355" cy="39115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B298EAD-D503-C98E-731E-B42A885269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7222" y="5221045"/>
            <a:ext cx="560375" cy="4730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FF501-373D-7DF8-44BF-368CF24B177F}"/>
              </a:ext>
            </a:extLst>
          </p:cNvPr>
          <p:cNvSpPr txBox="1"/>
          <p:nvPr/>
        </p:nvSpPr>
        <p:spPr>
          <a:xfrm>
            <a:off x="4629752" y="6488658"/>
            <a:ext cx="333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Slides and repo at daninacan.com</a:t>
            </a:r>
          </a:p>
        </p:txBody>
      </p:sp>
    </p:spTree>
    <p:extLst>
      <p:ext uri="{BB962C8B-B14F-4D97-AF65-F5344CB8AC3E}">
        <p14:creationId xmlns:p14="http://schemas.microsoft.com/office/powerpoint/2010/main" val="266400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ADA76-CC38-A0EB-8E00-F66422077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7400"/>
              <a:t>Overview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468C1F-F566-88DC-FC3B-4C0AFCC6D3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726001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9382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5593E3-521C-9803-C41F-30427D7CE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What is Contract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1FC60-9B7B-EA12-9390-4A05F769E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547" y="2437179"/>
            <a:ext cx="4646905" cy="198364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 dirty="0"/>
              <a:t>Integration tests that produce a contract (JSON file) describing the expectations of an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03594-1E2A-72EB-91DE-BF9B4FCCF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4" r="22085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909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5593E3-521C-9803-C41F-30427D7CE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Why Contract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1FC60-9B7B-EA12-9390-4A05F769E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324912"/>
            <a:ext cx="4646905" cy="2481550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Do you set your house on fire to test your smoke alarm?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Facilitates discussion between teams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5F3CAD-4AA1-D0E6-102C-25E70414C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9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6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BC8DD5A-2177-6753-E2F9-C07A00190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79E43-01C5-DC0B-12F8-C95E08CD5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01" y="274104"/>
            <a:ext cx="9906199" cy="1157242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187F9-F2CC-482D-C771-07115226AEB9}"/>
              </a:ext>
            </a:extLst>
          </p:cNvPr>
          <p:cNvSpPr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DFAAA4F1-23B6-F336-B1FE-8AD9004F98B7}"/>
              </a:ext>
            </a:extLst>
          </p:cNvPr>
          <p:cNvSpPr/>
          <p:nvPr/>
        </p:nvSpPr>
        <p:spPr>
          <a:xfrm>
            <a:off x="5170031" y="3447802"/>
            <a:ext cx="1254865" cy="1173906"/>
          </a:xfrm>
          <a:prstGeom prst="cub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69264">
              <a:spcAft>
                <a:spcPts val="600"/>
              </a:spcAft>
            </a:pPr>
            <a:r>
              <a:rPr lang="en-US" sz="1908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My app</a:t>
            </a:r>
            <a:endParaRPr lang="en-US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B89274DC-E67E-B4F5-11B7-2A9D93059F28}"/>
              </a:ext>
            </a:extLst>
          </p:cNvPr>
          <p:cNvSpPr/>
          <p:nvPr/>
        </p:nvSpPr>
        <p:spPr>
          <a:xfrm>
            <a:off x="2893059" y="2122098"/>
            <a:ext cx="1254865" cy="1173906"/>
          </a:xfrm>
          <a:prstGeom prst="cub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C9158F80-AF55-FB7E-BA53-BA2ECF572F07}"/>
              </a:ext>
            </a:extLst>
          </p:cNvPr>
          <p:cNvSpPr/>
          <p:nvPr/>
        </p:nvSpPr>
        <p:spPr>
          <a:xfrm>
            <a:off x="2893059" y="4824105"/>
            <a:ext cx="1254865" cy="1173906"/>
          </a:xfrm>
          <a:prstGeom prst="cub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6EB310B0-5B61-FEBA-F026-02574DF01F73}"/>
              </a:ext>
            </a:extLst>
          </p:cNvPr>
          <p:cNvSpPr/>
          <p:nvPr/>
        </p:nvSpPr>
        <p:spPr>
          <a:xfrm>
            <a:off x="8044076" y="3447802"/>
            <a:ext cx="1254865" cy="1173906"/>
          </a:xfrm>
          <a:prstGeom prst="cub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6AB4C5-357B-317C-11FF-7A4BB5CA0F44}"/>
              </a:ext>
            </a:extLst>
          </p:cNvPr>
          <p:cNvCxnSpPr/>
          <p:nvPr/>
        </p:nvCxnSpPr>
        <p:spPr>
          <a:xfrm flipH="1" flipV="1">
            <a:off x="4147924" y="3073366"/>
            <a:ext cx="1022108" cy="597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86E201-7D35-0D58-98A3-D8EAAAA7BFB5}"/>
              </a:ext>
            </a:extLst>
          </p:cNvPr>
          <p:cNvCxnSpPr/>
          <p:nvPr/>
        </p:nvCxnSpPr>
        <p:spPr>
          <a:xfrm flipH="1">
            <a:off x="4147924" y="4621708"/>
            <a:ext cx="1022108" cy="526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6182198-A405-488C-25FD-E53447CAD824}"/>
              </a:ext>
            </a:extLst>
          </p:cNvPr>
          <p:cNvCxnSpPr/>
          <p:nvPr/>
        </p:nvCxnSpPr>
        <p:spPr>
          <a:xfrm flipV="1">
            <a:off x="4147924" y="4621708"/>
            <a:ext cx="1396543" cy="752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E93C7FF-1E6E-A0A5-9FC7-F6B0815ACAC0}"/>
              </a:ext>
            </a:extLst>
          </p:cNvPr>
          <p:cNvCxnSpPr>
            <a:stCxn id="7" idx="2"/>
          </p:cNvCxnSpPr>
          <p:nvPr/>
        </p:nvCxnSpPr>
        <p:spPr>
          <a:xfrm flipH="1" flipV="1">
            <a:off x="6424896" y="4115714"/>
            <a:ext cx="1619180" cy="65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A7B2A17-A3E6-A9AC-F2C4-6DE7684A2AB7}"/>
              </a:ext>
            </a:extLst>
          </p:cNvPr>
          <p:cNvSpPr txBox="1"/>
          <p:nvPr/>
        </p:nvSpPr>
        <p:spPr>
          <a:xfrm>
            <a:off x="4629752" y="6488658"/>
            <a:ext cx="333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Slides and repo at daninacan.com</a:t>
            </a:r>
          </a:p>
        </p:txBody>
      </p:sp>
    </p:spTree>
    <p:extLst>
      <p:ext uri="{BB962C8B-B14F-4D97-AF65-F5344CB8AC3E}">
        <p14:creationId xmlns:p14="http://schemas.microsoft.com/office/powerpoint/2010/main" val="333981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03226-6A9D-D680-1B33-F75A10CEA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Now we need more tests!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2DDDB-EB64-E487-A26A-A82A05F69CD4}"/>
              </a:ext>
            </a:extLst>
          </p:cNvPr>
          <p:cNvSpPr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B26FF55-11A5-F4F9-7215-9F4D4D4BC6C8}"/>
              </a:ext>
            </a:extLst>
          </p:cNvPr>
          <p:cNvSpPr/>
          <p:nvPr/>
        </p:nvSpPr>
        <p:spPr>
          <a:xfrm>
            <a:off x="5303520" y="1715678"/>
            <a:ext cx="4922649" cy="3564146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8410BB-3C0E-3190-0B59-27BC12416C2C}"/>
              </a:ext>
            </a:extLst>
          </p:cNvPr>
          <p:cNvCxnSpPr/>
          <p:nvPr/>
        </p:nvCxnSpPr>
        <p:spPr>
          <a:xfrm>
            <a:off x="5964598" y="4274332"/>
            <a:ext cx="35598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9849AF-4147-EA08-E5AE-57209C5BE5DC}"/>
              </a:ext>
            </a:extLst>
          </p:cNvPr>
          <p:cNvCxnSpPr>
            <a:cxnSpLocks/>
          </p:cNvCxnSpPr>
          <p:nvPr/>
        </p:nvCxnSpPr>
        <p:spPr>
          <a:xfrm>
            <a:off x="6743318" y="3170431"/>
            <a:ext cx="19938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220386F-C820-8DDB-6E14-9536F4FF4665}"/>
              </a:ext>
            </a:extLst>
          </p:cNvPr>
          <p:cNvSpPr txBox="1"/>
          <p:nvPr/>
        </p:nvSpPr>
        <p:spPr>
          <a:xfrm>
            <a:off x="7273876" y="4450293"/>
            <a:ext cx="1103902" cy="93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13816">
              <a:spcAft>
                <a:spcPts val="600"/>
              </a:spcAft>
            </a:pPr>
            <a:r>
              <a:rPr lang="en-US" sz="320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Unit</a:t>
            </a:r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602BE0-B11B-BF16-78B5-0C6C62767ADE}"/>
              </a:ext>
            </a:extLst>
          </p:cNvPr>
          <p:cNvSpPr txBox="1"/>
          <p:nvPr/>
        </p:nvSpPr>
        <p:spPr>
          <a:xfrm>
            <a:off x="6743318" y="3444802"/>
            <a:ext cx="2413180" cy="93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13816">
              <a:spcAft>
                <a:spcPts val="600"/>
              </a:spcAft>
            </a:pPr>
            <a:r>
              <a:rPr lang="en-US" sz="320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Integration</a:t>
            </a:r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BFE46C-6707-6F9F-B854-BD1972C5C68B}"/>
              </a:ext>
            </a:extLst>
          </p:cNvPr>
          <p:cNvSpPr txBox="1"/>
          <p:nvPr/>
        </p:nvSpPr>
        <p:spPr>
          <a:xfrm>
            <a:off x="7368007" y="2353202"/>
            <a:ext cx="915639" cy="93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13816">
              <a:spcAft>
                <a:spcPts val="600"/>
              </a:spcAft>
            </a:pPr>
            <a:r>
              <a:rPr lang="en-US" sz="320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e2e</a:t>
            </a:r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6" name="Double Bracket 15">
            <a:extLst>
              <a:ext uri="{FF2B5EF4-FFF2-40B4-BE49-F238E27FC236}">
                <a16:creationId xmlns:a16="http://schemas.microsoft.com/office/drawing/2014/main" id="{18D79872-7ACF-CECF-E7BD-ACE1B1816884}"/>
              </a:ext>
            </a:extLst>
          </p:cNvPr>
          <p:cNvSpPr/>
          <p:nvPr/>
        </p:nvSpPr>
        <p:spPr>
          <a:xfrm>
            <a:off x="6061927" y="1587319"/>
            <a:ext cx="3405835" cy="2687013"/>
          </a:xfrm>
          <a:prstGeom prst="bracketPair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246E13-A52C-59A2-81C8-CCA8C027CF15}"/>
              </a:ext>
            </a:extLst>
          </p:cNvPr>
          <p:cNvSpPr txBox="1"/>
          <p:nvPr/>
        </p:nvSpPr>
        <p:spPr>
          <a:xfrm>
            <a:off x="10157710" y="2603638"/>
            <a:ext cx="1516505" cy="421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13816">
              <a:spcAft>
                <a:spcPts val="600"/>
              </a:spcAft>
            </a:pPr>
            <a:r>
              <a:rPr lang="en-US" sz="213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Mostly here</a:t>
            </a:r>
            <a:endParaRPr lang="en-US" sz="24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4ED1AA8-ED22-760B-CAD1-31FFB9D69FC0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9467761" y="2811022"/>
            <a:ext cx="689949" cy="82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B9DEE29-CA21-B070-CAB3-EE5F666A4B29}"/>
              </a:ext>
            </a:extLst>
          </p:cNvPr>
          <p:cNvSpPr txBox="1"/>
          <p:nvPr/>
        </p:nvSpPr>
        <p:spPr>
          <a:xfrm>
            <a:off x="4629752" y="6488658"/>
            <a:ext cx="333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Slides and repo at daninacan.com</a:t>
            </a:r>
          </a:p>
        </p:txBody>
      </p:sp>
    </p:spTree>
    <p:extLst>
      <p:ext uri="{BB962C8B-B14F-4D97-AF65-F5344CB8AC3E}">
        <p14:creationId xmlns:p14="http://schemas.microsoft.com/office/powerpoint/2010/main" val="2605275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E65D517-46E4-8037-A63D-629DE1253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79E43-01C5-DC0B-12F8-C95E08CD5C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8952" y="276198"/>
            <a:ext cx="10477600" cy="1157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Integration/e2e tests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DFAAA4F1-23B6-F336-B1FE-8AD9004F98B7}"/>
              </a:ext>
            </a:extLst>
          </p:cNvPr>
          <p:cNvSpPr/>
          <p:nvPr/>
        </p:nvSpPr>
        <p:spPr>
          <a:xfrm>
            <a:off x="2310299" y="4609724"/>
            <a:ext cx="1457847" cy="1363793"/>
          </a:xfrm>
          <a:prstGeom prst="cub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4712">
              <a:spcAft>
                <a:spcPts val="600"/>
              </a:spcAft>
            </a:pPr>
            <a:r>
              <a:rPr lang="en-US" sz="2214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My app</a:t>
            </a:r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F40856-9BF5-C7AB-B5A2-53381972A63F}"/>
              </a:ext>
            </a:extLst>
          </p:cNvPr>
          <p:cNvCxnSpPr>
            <a:cxnSpLocks/>
          </p:cNvCxnSpPr>
          <p:nvPr/>
        </p:nvCxnSpPr>
        <p:spPr>
          <a:xfrm>
            <a:off x="3791660" y="5316115"/>
            <a:ext cx="46321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12A36A15-BAAB-1003-1814-E2BBE62F67F9}"/>
              </a:ext>
            </a:extLst>
          </p:cNvPr>
          <p:cNvSpPr/>
          <p:nvPr/>
        </p:nvSpPr>
        <p:spPr>
          <a:xfrm>
            <a:off x="5666874" y="4950183"/>
            <a:ext cx="693653" cy="68287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E460C3-DC39-5ECE-A06D-C58FFA6ED3D6}"/>
              </a:ext>
            </a:extLst>
          </p:cNvPr>
          <p:cNvSpPr txBox="1"/>
          <p:nvPr/>
        </p:nvSpPr>
        <p:spPr>
          <a:xfrm>
            <a:off x="3641474" y="2110074"/>
            <a:ext cx="693653" cy="72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24712">
              <a:spcAft>
                <a:spcPts val="600"/>
              </a:spcAft>
            </a:pPr>
            <a:r>
              <a:rPr lang="en-US" sz="393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⏳ </a:t>
            </a:r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83BFE1-D44C-210D-6DC3-CB2C4D203118}"/>
              </a:ext>
            </a:extLst>
          </p:cNvPr>
          <p:cNvSpPr txBox="1"/>
          <p:nvPr/>
        </p:nvSpPr>
        <p:spPr>
          <a:xfrm>
            <a:off x="4215821" y="2266037"/>
            <a:ext cx="3131435" cy="4330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24712">
              <a:spcAft>
                <a:spcPts val="600"/>
              </a:spcAft>
            </a:pPr>
            <a:r>
              <a:rPr lang="en-US" sz="221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Slow to write, slow to run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F9CD3B-160B-2875-2880-228A2466CB7A}"/>
              </a:ext>
            </a:extLst>
          </p:cNvPr>
          <p:cNvSpPr txBox="1"/>
          <p:nvPr/>
        </p:nvSpPr>
        <p:spPr>
          <a:xfrm>
            <a:off x="3626963" y="2775091"/>
            <a:ext cx="599599" cy="72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24712">
              <a:spcAft>
                <a:spcPts val="600"/>
              </a:spcAft>
            </a:pPr>
            <a:r>
              <a:rPr lang="en-US" sz="393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💲 </a:t>
            </a:r>
            <a:endParaRPr lang="en-US" sz="3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EFB5EA-BD3F-4F43-0DCB-9F67FCEF996B}"/>
              </a:ext>
            </a:extLst>
          </p:cNvPr>
          <p:cNvSpPr txBox="1"/>
          <p:nvPr/>
        </p:nvSpPr>
        <p:spPr>
          <a:xfrm>
            <a:off x="4215821" y="2934045"/>
            <a:ext cx="2134880" cy="4330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24712">
              <a:spcAft>
                <a:spcPts val="600"/>
              </a:spcAft>
            </a:pPr>
            <a:r>
              <a:rPr lang="en-US" sz="221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Slow to diagnose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33091A-141E-C6F5-0C44-96D1F0CEB021}"/>
              </a:ext>
            </a:extLst>
          </p:cNvPr>
          <p:cNvSpPr txBox="1"/>
          <p:nvPr/>
        </p:nvSpPr>
        <p:spPr>
          <a:xfrm>
            <a:off x="3616221" y="3467412"/>
            <a:ext cx="599599" cy="72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24712">
              <a:spcAft>
                <a:spcPts val="600"/>
              </a:spcAft>
            </a:pPr>
            <a:r>
              <a:rPr lang="en-US" sz="393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🥖 </a:t>
            </a:r>
            <a:endParaRPr lang="en-US" sz="3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2CEAC2-30AF-B2E3-CA74-D93D21A71A3A}"/>
              </a:ext>
            </a:extLst>
          </p:cNvPr>
          <p:cNvSpPr txBox="1"/>
          <p:nvPr/>
        </p:nvSpPr>
        <p:spPr>
          <a:xfrm>
            <a:off x="4215821" y="3626662"/>
            <a:ext cx="5589607" cy="4330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24712">
              <a:spcAft>
                <a:spcPts val="600"/>
              </a:spcAft>
            </a:pPr>
            <a:r>
              <a:rPr lang="en-US" sz="221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Brittle (</a:t>
            </a:r>
            <a:r>
              <a:rPr lang="en-US" sz="2214" dirty="0"/>
              <a:t>h</a:t>
            </a:r>
            <a:r>
              <a:rPr lang="en-US" sz="221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ow many times have you used [Skip]?)</a:t>
            </a:r>
            <a:endParaRPr lang="en-US" dirty="0"/>
          </a:p>
        </p:txBody>
      </p:sp>
      <p:sp>
        <p:nvSpPr>
          <p:cNvPr id="34" name="Cube 33">
            <a:extLst>
              <a:ext uri="{FF2B5EF4-FFF2-40B4-BE49-F238E27FC236}">
                <a16:creationId xmlns:a16="http://schemas.microsoft.com/office/drawing/2014/main" id="{4BF5385A-B78F-837B-22C6-E85E6D9C4E48}"/>
              </a:ext>
            </a:extLst>
          </p:cNvPr>
          <p:cNvSpPr/>
          <p:nvPr/>
        </p:nvSpPr>
        <p:spPr>
          <a:xfrm>
            <a:off x="8423853" y="4634218"/>
            <a:ext cx="1457847" cy="1363793"/>
          </a:xfrm>
          <a:prstGeom prst="cub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4712">
              <a:spcAft>
                <a:spcPts val="600"/>
              </a:spcAft>
            </a:pPr>
            <a:r>
              <a:rPr lang="en-US" sz="2214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API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8A68BB-955F-949C-217A-AC6A9378470C}"/>
              </a:ext>
            </a:extLst>
          </p:cNvPr>
          <p:cNvSpPr txBox="1"/>
          <p:nvPr/>
        </p:nvSpPr>
        <p:spPr>
          <a:xfrm>
            <a:off x="4629752" y="6488658"/>
            <a:ext cx="333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Slides and repo at daninacan.com</a:t>
            </a:r>
          </a:p>
        </p:txBody>
      </p:sp>
    </p:spTree>
    <p:extLst>
      <p:ext uri="{BB962C8B-B14F-4D97-AF65-F5344CB8AC3E}">
        <p14:creationId xmlns:p14="http://schemas.microsoft.com/office/powerpoint/2010/main" val="270311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5" grpId="0"/>
      <p:bldP spid="28" grpId="0"/>
      <p:bldP spid="29" grpId="0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7C3673-0A28-A835-67CD-175627B2C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Contract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3003E-A828-EC9A-355E-A58F53DB9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3200" dirty="0"/>
              <a:t>Martin Fowler</a:t>
            </a:r>
          </a:p>
          <a:p>
            <a:r>
              <a:rPr lang="en-US" sz="3200" dirty="0"/>
              <a:t>Microservices communicate through each others’ interfaces</a:t>
            </a:r>
          </a:p>
          <a:p>
            <a:pPr lvl="1"/>
            <a:r>
              <a:rPr lang="en-US" sz="3200" dirty="0"/>
              <a:t>REST</a:t>
            </a:r>
          </a:p>
          <a:p>
            <a:pPr lvl="1"/>
            <a:r>
              <a:rPr lang="en-US" sz="3200" dirty="0" err="1"/>
              <a:t>gRPC</a:t>
            </a:r>
            <a:endParaRPr lang="en-US" sz="3200" dirty="0"/>
          </a:p>
          <a:p>
            <a:pPr lvl="1"/>
            <a:r>
              <a:rPr lang="en-US" sz="3200" dirty="0"/>
              <a:t>Queues, pub/sub, events</a:t>
            </a:r>
          </a:p>
          <a:p>
            <a:r>
              <a:rPr lang="en-US" sz="3200" dirty="0"/>
              <a:t>Test with the interfaces instead of the real services</a:t>
            </a:r>
          </a:p>
          <a:p>
            <a:pPr lvl="1"/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B4EF1D1E-DF29-6063-05CE-CE44658B45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164" r="-1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69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BC8DD5A-2177-6753-E2F9-C07A00190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79E43-01C5-DC0B-12F8-C95E08CD5C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2901" y="274104"/>
            <a:ext cx="9906199" cy="1157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Contract Testing</a:t>
            </a:r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95D86838-B233-CCB5-5FB6-F4DEF3436724}"/>
              </a:ext>
            </a:extLst>
          </p:cNvPr>
          <p:cNvSpPr/>
          <p:nvPr/>
        </p:nvSpPr>
        <p:spPr>
          <a:xfrm>
            <a:off x="3095625" y="3429000"/>
            <a:ext cx="1181100" cy="1104900"/>
          </a:xfrm>
          <a:prstGeom prst="cub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My app</a:t>
            </a:r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6A557ABA-3A66-B91A-2615-B2C9BB0CA39F}"/>
              </a:ext>
            </a:extLst>
          </p:cNvPr>
          <p:cNvSpPr/>
          <p:nvPr/>
        </p:nvSpPr>
        <p:spPr>
          <a:xfrm>
            <a:off x="8048625" y="3448844"/>
            <a:ext cx="1181100" cy="1104900"/>
          </a:xfrm>
          <a:prstGeom prst="cub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API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010CD38-1D0E-1407-D3B0-BEA01C5879CE}"/>
              </a:ext>
            </a:extLst>
          </p:cNvPr>
          <p:cNvCxnSpPr>
            <a:cxnSpLocks/>
          </p:cNvCxnSpPr>
          <p:nvPr/>
        </p:nvCxnSpPr>
        <p:spPr>
          <a:xfrm>
            <a:off x="4295775" y="4001294"/>
            <a:ext cx="3743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33E6DBBB-54F8-ED56-6116-A9B3C1B27B13}"/>
              </a:ext>
            </a:extLst>
          </p:cNvPr>
          <p:cNvSpPr/>
          <p:nvPr/>
        </p:nvSpPr>
        <p:spPr>
          <a:xfrm>
            <a:off x="5815847" y="3659856"/>
            <a:ext cx="693653" cy="68287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D8A14-C877-7D85-1AC8-F0AAEE9D3301}"/>
              </a:ext>
            </a:extLst>
          </p:cNvPr>
          <p:cNvSpPr txBox="1"/>
          <p:nvPr/>
        </p:nvSpPr>
        <p:spPr>
          <a:xfrm>
            <a:off x="4629752" y="6488658"/>
            <a:ext cx="333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Slides and repo at daninacan.com</a:t>
            </a:r>
          </a:p>
        </p:txBody>
      </p:sp>
    </p:spTree>
    <p:extLst>
      <p:ext uri="{BB962C8B-B14F-4D97-AF65-F5344CB8AC3E}">
        <p14:creationId xmlns:p14="http://schemas.microsoft.com/office/powerpoint/2010/main" val="749739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BC8DD5A-2177-6753-E2F9-C07A00190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79E43-01C5-DC0B-12F8-C95E08CD5C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2901" y="274104"/>
            <a:ext cx="9906199" cy="1157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Contract Testing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C260F5F9-4497-E1AB-5F51-33B27C1BCC6A}"/>
              </a:ext>
            </a:extLst>
          </p:cNvPr>
          <p:cNvSpPr/>
          <p:nvPr/>
        </p:nvSpPr>
        <p:spPr>
          <a:xfrm>
            <a:off x="3095625" y="3429000"/>
            <a:ext cx="1181100" cy="1104900"/>
          </a:xfrm>
          <a:prstGeom prst="cub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My app</a:t>
            </a:r>
            <a:endParaRPr lang="en-US" dirty="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1728674E-A547-337E-F7B2-B326D80239C7}"/>
              </a:ext>
            </a:extLst>
          </p:cNvPr>
          <p:cNvSpPr/>
          <p:nvPr/>
        </p:nvSpPr>
        <p:spPr>
          <a:xfrm>
            <a:off x="8048625" y="3448844"/>
            <a:ext cx="1181100" cy="1104900"/>
          </a:xfrm>
          <a:prstGeom prst="cub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API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E35700-1FF4-83AA-6575-D39038C7B435}"/>
              </a:ext>
            </a:extLst>
          </p:cNvPr>
          <p:cNvCxnSpPr>
            <a:cxnSpLocks/>
          </p:cNvCxnSpPr>
          <p:nvPr/>
        </p:nvCxnSpPr>
        <p:spPr>
          <a:xfrm>
            <a:off x="6096000" y="2638425"/>
            <a:ext cx="0" cy="3000375"/>
          </a:xfrm>
          <a:prstGeom prst="line">
            <a:avLst/>
          </a:prstGeom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1D0B5F-09A1-98C3-E02C-7DF7FB3F154A}"/>
              </a:ext>
            </a:extLst>
          </p:cNvPr>
          <p:cNvCxnSpPr>
            <a:cxnSpLocks/>
          </p:cNvCxnSpPr>
          <p:nvPr/>
        </p:nvCxnSpPr>
        <p:spPr>
          <a:xfrm>
            <a:off x="4295775" y="4001294"/>
            <a:ext cx="1714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4BEB89-221B-E6F4-725C-4EE3D2815DDB}"/>
              </a:ext>
            </a:extLst>
          </p:cNvPr>
          <p:cNvCxnSpPr>
            <a:cxnSpLocks/>
          </p:cNvCxnSpPr>
          <p:nvPr/>
        </p:nvCxnSpPr>
        <p:spPr>
          <a:xfrm flipH="1">
            <a:off x="6172200" y="4001294"/>
            <a:ext cx="18764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83A0AF0-F081-5687-9E3A-E86ED7FDD664}"/>
              </a:ext>
            </a:extLst>
          </p:cNvPr>
          <p:cNvSpPr txBox="1"/>
          <p:nvPr/>
        </p:nvSpPr>
        <p:spPr>
          <a:xfrm>
            <a:off x="5197643" y="2121347"/>
            <a:ext cx="1796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Mock web server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44F3E-C838-E872-CEBA-017E82989467}"/>
              </a:ext>
            </a:extLst>
          </p:cNvPr>
          <p:cNvSpPr txBox="1"/>
          <p:nvPr/>
        </p:nvSpPr>
        <p:spPr>
          <a:xfrm>
            <a:off x="4629752" y="6488658"/>
            <a:ext cx="333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Slides and repo at daninacan.com</a:t>
            </a:r>
          </a:p>
        </p:txBody>
      </p:sp>
    </p:spTree>
    <p:extLst>
      <p:ext uri="{BB962C8B-B14F-4D97-AF65-F5344CB8AC3E}">
        <p14:creationId xmlns:p14="http://schemas.microsoft.com/office/powerpoint/2010/main" val="1423170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BC8DD5A-2177-6753-E2F9-C07A00190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79E43-01C5-DC0B-12F8-C95E08CD5C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2901" y="274104"/>
            <a:ext cx="9906199" cy="1157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Producing a Contract</a:t>
            </a:r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082B6C3A-63DB-ECFB-7E68-B65D75454FFB}"/>
              </a:ext>
            </a:extLst>
          </p:cNvPr>
          <p:cNvSpPr/>
          <p:nvPr/>
        </p:nvSpPr>
        <p:spPr>
          <a:xfrm>
            <a:off x="2762250" y="3516541"/>
            <a:ext cx="1181100" cy="1104900"/>
          </a:xfrm>
          <a:prstGeom prst="cub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My app</a:t>
            </a:r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2B3DF5D9-FC74-B653-7B70-30125A9DBE7B}"/>
              </a:ext>
            </a:extLst>
          </p:cNvPr>
          <p:cNvSpPr/>
          <p:nvPr/>
        </p:nvSpPr>
        <p:spPr>
          <a:xfrm>
            <a:off x="8315325" y="3429000"/>
            <a:ext cx="1181100" cy="1104900"/>
          </a:xfrm>
          <a:prstGeom prst="cub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API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B73179-9430-6334-B0EF-85867C071E5C}"/>
              </a:ext>
            </a:extLst>
          </p:cNvPr>
          <p:cNvCxnSpPr>
            <a:cxnSpLocks/>
          </p:cNvCxnSpPr>
          <p:nvPr/>
        </p:nvCxnSpPr>
        <p:spPr>
          <a:xfrm>
            <a:off x="3943350" y="3981450"/>
            <a:ext cx="1714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990069-B887-BF35-9A8E-0E502CEF3928}"/>
              </a:ext>
            </a:extLst>
          </p:cNvPr>
          <p:cNvCxnSpPr>
            <a:cxnSpLocks/>
          </p:cNvCxnSpPr>
          <p:nvPr/>
        </p:nvCxnSpPr>
        <p:spPr>
          <a:xfrm flipH="1">
            <a:off x="6438900" y="3981450"/>
            <a:ext cx="18764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1C3B2FF-2190-804A-EBDA-F7B7FB544F7B}"/>
              </a:ext>
            </a:extLst>
          </p:cNvPr>
          <p:cNvSpPr/>
          <p:nvPr/>
        </p:nvSpPr>
        <p:spPr>
          <a:xfrm>
            <a:off x="5657850" y="3516541"/>
            <a:ext cx="781050" cy="929818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Contract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0D30D4-5D31-2F24-FCB1-5F96903A725A}"/>
              </a:ext>
            </a:extLst>
          </p:cNvPr>
          <p:cNvSpPr txBox="1"/>
          <p:nvPr/>
        </p:nvSpPr>
        <p:spPr>
          <a:xfrm>
            <a:off x="4714875" y="2235082"/>
            <a:ext cx="30295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/product/1</a:t>
            </a:r>
          </a:p>
          <a:p>
            <a:r>
              <a:rPr lang="en-US" dirty="0"/>
              <a:t>If a product with id 1 exists</a:t>
            </a:r>
          </a:p>
          <a:p>
            <a:r>
              <a:rPr lang="en-US" dirty="0"/>
              <a:t>Return 200 with this body: {…}</a:t>
            </a:r>
          </a:p>
          <a:p>
            <a:r>
              <a:rPr lang="en-US" dirty="0"/>
              <a:t>etc.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DE95CA-7FBA-D179-292A-C24E67BCC143}"/>
              </a:ext>
            </a:extLst>
          </p:cNvPr>
          <p:cNvSpPr txBox="1"/>
          <p:nvPr/>
        </p:nvSpPr>
        <p:spPr>
          <a:xfrm>
            <a:off x="4005052" y="4138582"/>
            <a:ext cx="1714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Integration tests produce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45E996-3A00-9CD8-66F1-A6EE24731E48}"/>
              </a:ext>
            </a:extLst>
          </p:cNvPr>
          <p:cNvSpPr txBox="1"/>
          <p:nvPr/>
        </p:nvSpPr>
        <p:spPr>
          <a:xfrm>
            <a:off x="6539122" y="4138582"/>
            <a:ext cx="1776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Contract tests ensure it adheres 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7296F-1BCD-744F-DD1E-ABEED6CABF2B}"/>
              </a:ext>
            </a:extLst>
          </p:cNvPr>
          <p:cNvSpPr txBox="1"/>
          <p:nvPr/>
        </p:nvSpPr>
        <p:spPr>
          <a:xfrm>
            <a:off x="4629752" y="6488658"/>
            <a:ext cx="333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Slides and repo at daninacan.com</a:t>
            </a:r>
          </a:p>
        </p:txBody>
      </p:sp>
    </p:spTree>
    <p:extLst>
      <p:ext uri="{BB962C8B-B14F-4D97-AF65-F5344CB8AC3E}">
        <p14:creationId xmlns:p14="http://schemas.microsoft.com/office/powerpoint/2010/main" val="100649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BC8DD5A-2177-6753-E2F9-C07A00190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79E43-01C5-DC0B-12F8-C95E08CD5C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2901" y="274104"/>
            <a:ext cx="9906199" cy="1157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Consumer-Driven Contracts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17C830D-0E53-D2D8-CD83-F8EEF82C268A}"/>
              </a:ext>
            </a:extLst>
          </p:cNvPr>
          <p:cNvSpPr/>
          <p:nvPr/>
        </p:nvSpPr>
        <p:spPr>
          <a:xfrm>
            <a:off x="2466975" y="3573790"/>
            <a:ext cx="1181100" cy="1104900"/>
          </a:xfrm>
          <a:prstGeom prst="cub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Consumer</a:t>
            </a:r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83CEDA68-DFD2-6AC9-B662-20DBA3E2448E}"/>
              </a:ext>
            </a:extLst>
          </p:cNvPr>
          <p:cNvSpPr/>
          <p:nvPr/>
        </p:nvSpPr>
        <p:spPr>
          <a:xfrm>
            <a:off x="8315325" y="3429000"/>
            <a:ext cx="1181100" cy="1104900"/>
          </a:xfrm>
          <a:prstGeom prst="cub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API</a:t>
            </a: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43AC60F9-4067-4125-2EB2-D671D20550BB}"/>
              </a:ext>
            </a:extLst>
          </p:cNvPr>
          <p:cNvSpPr/>
          <p:nvPr/>
        </p:nvSpPr>
        <p:spPr>
          <a:xfrm>
            <a:off x="2466975" y="5387975"/>
            <a:ext cx="1181100" cy="1104900"/>
          </a:xfrm>
          <a:prstGeom prst="cub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Consumer</a:t>
            </a:r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341C190B-92B9-D543-71FA-D597DC276659}"/>
              </a:ext>
            </a:extLst>
          </p:cNvPr>
          <p:cNvSpPr/>
          <p:nvPr/>
        </p:nvSpPr>
        <p:spPr>
          <a:xfrm>
            <a:off x="2466975" y="1781067"/>
            <a:ext cx="1181100" cy="1104900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Consumer</a:t>
            </a:r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B8246CF0-EE63-28F9-B968-4CF6A77DC811}"/>
              </a:ext>
            </a:extLst>
          </p:cNvPr>
          <p:cNvSpPr/>
          <p:nvPr/>
        </p:nvSpPr>
        <p:spPr>
          <a:xfrm>
            <a:off x="4800600" y="1865482"/>
            <a:ext cx="781050" cy="929818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Contract</a:t>
            </a:r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10D26969-6CD0-9C6A-8995-2A1EB24CBCDC}"/>
              </a:ext>
            </a:extLst>
          </p:cNvPr>
          <p:cNvSpPr/>
          <p:nvPr/>
        </p:nvSpPr>
        <p:spPr>
          <a:xfrm>
            <a:off x="4795838" y="3661331"/>
            <a:ext cx="781050" cy="929818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Contract</a:t>
            </a:r>
          </a:p>
        </p:txBody>
      </p:sp>
      <p:sp>
        <p:nvSpPr>
          <p:cNvPr id="17" name="Rectangle: Single Corner Snipped 16">
            <a:extLst>
              <a:ext uri="{FF2B5EF4-FFF2-40B4-BE49-F238E27FC236}">
                <a16:creationId xmlns:a16="http://schemas.microsoft.com/office/drawing/2014/main" id="{F85A627E-A785-71DC-87FB-C8D5A211C52D}"/>
              </a:ext>
            </a:extLst>
          </p:cNvPr>
          <p:cNvSpPr/>
          <p:nvPr/>
        </p:nvSpPr>
        <p:spPr>
          <a:xfrm>
            <a:off x="4795838" y="5475516"/>
            <a:ext cx="781050" cy="929818"/>
          </a:xfrm>
          <a:prstGeom prst="snip1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Contract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D68BAE7-1B1C-A9F0-A156-57B9DA8D839C}"/>
              </a:ext>
            </a:extLst>
          </p:cNvPr>
          <p:cNvCxnSpPr>
            <a:endCxn id="10" idx="2"/>
          </p:cNvCxnSpPr>
          <p:nvPr/>
        </p:nvCxnSpPr>
        <p:spPr>
          <a:xfrm>
            <a:off x="3648075" y="2330391"/>
            <a:ext cx="11525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F30926-F2B6-2FEF-9D6F-E542D60E18AB}"/>
              </a:ext>
            </a:extLst>
          </p:cNvPr>
          <p:cNvCxnSpPr/>
          <p:nvPr/>
        </p:nvCxnSpPr>
        <p:spPr>
          <a:xfrm>
            <a:off x="3624262" y="4126240"/>
            <a:ext cx="1147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667E01D-D8EC-476E-C578-0EEE1B8D7998}"/>
              </a:ext>
            </a:extLst>
          </p:cNvPr>
          <p:cNvCxnSpPr/>
          <p:nvPr/>
        </p:nvCxnSpPr>
        <p:spPr>
          <a:xfrm>
            <a:off x="3648074" y="5921017"/>
            <a:ext cx="1147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C2642B-221D-DEA9-87E0-DBDB9E8513FE}"/>
              </a:ext>
            </a:extLst>
          </p:cNvPr>
          <p:cNvCxnSpPr>
            <a:cxnSpLocks/>
            <a:stCxn id="10" idx="0"/>
          </p:cNvCxnSpPr>
          <p:nvPr/>
        </p:nvCxnSpPr>
        <p:spPr>
          <a:xfrm>
            <a:off x="5581650" y="2330391"/>
            <a:ext cx="2733675" cy="1557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D84FC7-E09B-4C78-0525-38E7D2A687A1}"/>
              </a:ext>
            </a:extLst>
          </p:cNvPr>
          <p:cNvCxnSpPr>
            <a:stCxn id="11" idx="0"/>
            <a:endCxn id="7" idx="2"/>
          </p:cNvCxnSpPr>
          <p:nvPr/>
        </p:nvCxnSpPr>
        <p:spPr>
          <a:xfrm flipV="1">
            <a:off x="5576888" y="4119563"/>
            <a:ext cx="2738437" cy="6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190628-A837-1BF9-74AD-6149B96AF666}"/>
              </a:ext>
            </a:extLst>
          </p:cNvPr>
          <p:cNvCxnSpPr>
            <a:stCxn id="17" idx="0"/>
          </p:cNvCxnSpPr>
          <p:nvPr/>
        </p:nvCxnSpPr>
        <p:spPr>
          <a:xfrm flipV="1">
            <a:off x="5576888" y="4352925"/>
            <a:ext cx="2738437" cy="1587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C77E837-1F53-8CFF-75EC-648FD6DC843E}"/>
              </a:ext>
            </a:extLst>
          </p:cNvPr>
          <p:cNvSpPr txBox="1"/>
          <p:nvPr/>
        </p:nvSpPr>
        <p:spPr>
          <a:xfrm>
            <a:off x="3817718" y="2421344"/>
            <a:ext cx="7608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Produces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92EFD7-3CA0-F550-EF0F-3B2113E606A2}"/>
              </a:ext>
            </a:extLst>
          </p:cNvPr>
          <p:cNvSpPr txBox="1"/>
          <p:nvPr/>
        </p:nvSpPr>
        <p:spPr>
          <a:xfrm>
            <a:off x="3817717" y="4214425"/>
            <a:ext cx="7608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Produces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098DFE-235B-D564-41BC-F30D38682662}"/>
              </a:ext>
            </a:extLst>
          </p:cNvPr>
          <p:cNvSpPr txBox="1"/>
          <p:nvPr/>
        </p:nvSpPr>
        <p:spPr>
          <a:xfrm>
            <a:off x="3817717" y="6009201"/>
            <a:ext cx="7608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Produces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B463DD-EE0C-59E2-E7E7-B4BE8D905F5F}"/>
              </a:ext>
            </a:extLst>
          </p:cNvPr>
          <p:cNvSpPr txBox="1"/>
          <p:nvPr/>
        </p:nvSpPr>
        <p:spPr>
          <a:xfrm>
            <a:off x="6357938" y="3812173"/>
            <a:ext cx="2038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Informs business rules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FCAA2-D590-B892-28C3-3B4E0EE6BA37}"/>
              </a:ext>
            </a:extLst>
          </p:cNvPr>
          <p:cNvSpPr txBox="1"/>
          <p:nvPr/>
        </p:nvSpPr>
        <p:spPr>
          <a:xfrm>
            <a:off x="4629752" y="6488658"/>
            <a:ext cx="333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Slides and repo at daninacan.com</a:t>
            </a:r>
          </a:p>
        </p:txBody>
      </p:sp>
    </p:spTree>
    <p:extLst>
      <p:ext uri="{BB962C8B-B14F-4D97-AF65-F5344CB8AC3E}">
        <p14:creationId xmlns:p14="http://schemas.microsoft.com/office/powerpoint/2010/main" val="759068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3673-0A28-A835-67CD-175627B2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Consumer-Driven Contracts?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3003E-A828-EC9A-355E-A58F53DB9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✅Suitable for internal APIs with known consumers</a:t>
            </a:r>
          </a:p>
          <a:p>
            <a:r>
              <a:rPr lang="en-US" dirty="0"/>
              <a:t>❌NOT suitable for public APIs with thousands/millions of consumers</a:t>
            </a:r>
          </a:p>
          <a:p>
            <a:r>
              <a:rPr lang="en-US" dirty="0"/>
              <a:t>Facilitates team communication</a:t>
            </a:r>
          </a:p>
          <a:p>
            <a:r>
              <a:rPr lang="en-US" dirty="0"/>
              <a:t>Customer-driven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73C64E-E399-9A34-CDD4-FB3015F70715}"/>
              </a:ext>
            </a:extLst>
          </p:cNvPr>
          <p:cNvSpPr txBox="1"/>
          <p:nvPr/>
        </p:nvSpPr>
        <p:spPr>
          <a:xfrm>
            <a:off x="4629752" y="6488658"/>
            <a:ext cx="333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Slides and repo at daninacan.com</a:t>
            </a:r>
          </a:p>
        </p:txBody>
      </p:sp>
    </p:spTree>
    <p:extLst>
      <p:ext uri="{BB962C8B-B14F-4D97-AF65-F5344CB8AC3E}">
        <p14:creationId xmlns:p14="http://schemas.microsoft.com/office/powerpoint/2010/main" val="120188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Question mark on green pastel background">
            <a:extLst>
              <a:ext uri="{FF2B5EF4-FFF2-40B4-BE49-F238E27FC236}">
                <a16:creationId xmlns:a16="http://schemas.microsoft.com/office/drawing/2014/main" id="{FE325865-A92B-1AEA-3D4B-9245F502C5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413" r="421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67C8BD-FEE0-ED0B-CDB2-B196C006F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Why not OpenAPI?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09366-CCBE-83CF-B531-58950B5A5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370671"/>
            <a:ext cx="5247340" cy="16680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600" dirty="0"/>
              <a:t>Tell you all valid requests and responses, but not which ones map to which</a:t>
            </a:r>
          </a:p>
        </p:txBody>
      </p:sp>
    </p:spTree>
    <p:extLst>
      <p:ext uri="{BB962C8B-B14F-4D97-AF65-F5344CB8AC3E}">
        <p14:creationId xmlns:p14="http://schemas.microsoft.com/office/powerpoint/2010/main" val="333034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8C712-DE30-8EB0-B1CC-BB4EFE1A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629B08-E366-4CCB-220C-35AAEC13F2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81713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D03DC9C-668E-6169-F99C-3B064B34CC54}"/>
              </a:ext>
            </a:extLst>
          </p:cNvPr>
          <p:cNvSpPr txBox="1"/>
          <p:nvPr/>
        </p:nvSpPr>
        <p:spPr>
          <a:xfrm>
            <a:off x="4629752" y="6488658"/>
            <a:ext cx="333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Slides and repo at daninacan.com</a:t>
            </a:r>
          </a:p>
        </p:txBody>
      </p:sp>
    </p:spTree>
    <p:extLst>
      <p:ext uri="{BB962C8B-B14F-4D97-AF65-F5344CB8AC3E}">
        <p14:creationId xmlns:p14="http://schemas.microsoft.com/office/powerpoint/2010/main" val="816280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ata biner digital biru pada layar">
            <a:extLst>
              <a:ext uri="{FF2B5EF4-FFF2-40B4-BE49-F238E27FC236}">
                <a16:creationId xmlns:a16="http://schemas.microsoft.com/office/drawing/2014/main" id="{B566636B-B052-DA9C-30F8-EFBB412468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0C204-E6C6-192A-F044-86B47DB0C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Coding demo</a:t>
            </a:r>
          </a:p>
        </p:txBody>
      </p:sp>
    </p:spTree>
    <p:extLst>
      <p:ext uri="{BB962C8B-B14F-4D97-AF65-F5344CB8AC3E}">
        <p14:creationId xmlns:p14="http://schemas.microsoft.com/office/powerpoint/2010/main" val="2184138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16ABCC-9EBE-DEE8-CDF9-9F2E0DB2A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>
            <a:normAutofit/>
          </a:bodyPr>
          <a:lstStyle/>
          <a:p>
            <a:r>
              <a:rPr lang="en-US" dirty="0"/>
              <a:t>Recap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7AB29E-ADE6-3671-FAA1-FFB90F6456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1927813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2F0D7F9-BD62-8A02-0B96-71228CB54251}"/>
              </a:ext>
            </a:extLst>
          </p:cNvPr>
          <p:cNvSpPr txBox="1"/>
          <p:nvPr/>
        </p:nvSpPr>
        <p:spPr>
          <a:xfrm>
            <a:off x="4629752" y="6488658"/>
            <a:ext cx="333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Slides and repo at daninacan.com</a:t>
            </a:r>
          </a:p>
        </p:txBody>
      </p:sp>
    </p:spTree>
    <p:extLst>
      <p:ext uri="{BB962C8B-B14F-4D97-AF65-F5344CB8AC3E}">
        <p14:creationId xmlns:p14="http://schemas.microsoft.com/office/powerpoint/2010/main" val="1424532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hree neatly stacked books">
            <a:extLst>
              <a:ext uri="{FF2B5EF4-FFF2-40B4-BE49-F238E27FC236}">
                <a16:creationId xmlns:a16="http://schemas.microsoft.com/office/drawing/2014/main" id="{9616746B-A83C-7DF5-EF74-BBAC4ECAD7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530" r="3811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16ABCC-9EBE-DEE8-CDF9-9F2E0DB2A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Further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EEE13-8DC6-24C1-1E6D-854B1755B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3028217"/>
            <a:ext cx="5247340" cy="2424701"/>
          </a:xfrm>
        </p:spPr>
        <p:txBody>
          <a:bodyPr anchor="ctr">
            <a:noAutofit/>
          </a:bodyPr>
          <a:lstStyle/>
          <a:p>
            <a:r>
              <a:rPr lang="en-US" dirty="0">
                <a:hlinkClick r:id="rId3"/>
              </a:rPr>
              <a:t>https://martinfowler.com/articles/practical-test-pyramid.html#ContractTests</a:t>
            </a:r>
            <a:endParaRPr lang="en-US" dirty="0"/>
          </a:p>
          <a:p>
            <a:r>
              <a:rPr lang="en-US" dirty="0">
                <a:hlinkClick r:id="rId4"/>
              </a:rPr>
              <a:t>https://testing.googleblog.com/2015/04/just-say-no-to-more-end-to-end-tests.html</a:t>
            </a:r>
            <a:endParaRPr lang="en-US" dirty="0"/>
          </a:p>
          <a:p>
            <a:r>
              <a:rPr lang="en-US" dirty="0">
                <a:hlinkClick r:id="rId5"/>
              </a:rPr>
              <a:t>https://pactflow.io/what-are-the-benefits-of-contract-testing/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56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08931D-3EDC-7C94-0198-EC83B9BA0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7200"/>
              <a:t>Thank you!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63F66E-D2C1-1A52-8F65-7592D245B024}"/>
              </a:ext>
            </a:extLst>
          </p:cNvPr>
          <p:cNvSpPr txBox="1"/>
          <p:nvPr/>
        </p:nvSpPr>
        <p:spPr>
          <a:xfrm>
            <a:off x="4629752" y="6488658"/>
            <a:ext cx="333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Slides and repo at daninacan.com</a:t>
            </a:r>
          </a:p>
        </p:txBody>
      </p:sp>
    </p:spTree>
    <p:extLst>
      <p:ext uri="{BB962C8B-B14F-4D97-AF65-F5344CB8AC3E}">
        <p14:creationId xmlns:p14="http://schemas.microsoft.com/office/powerpoint/2010/main" val="3528902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8835</TotalTime>
  <Words>518</Words>
  <Application>Microsoft Office PowerPoint</Application>
  <PresentationFormat>Widescreen</PresentationFormat>
  <Paragraphs>113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How to Write Contract Tests in .NET With Pact</vt:lpstr>
      <vt:lpstr>Me</vt:lpstr>
      <vt:lpstr>Overview</vt:lpstr>
      <vt:lpstr>What is Contract Testing?</vt:lpstr>
      <vt:lpstr>Why Contract Testing?</vt:lpstr>
      <vt:lpstr>Microservices</vt:lpstr>
      <vt:lpstr>Now we need more tests!</vt:lpstr>
      <vt:lpstr>Integration/e2e tests</vt:lpstr>
      <vt:lpstr>Contract Testing</vt:lpstr>
      <vt:lpstr>Contract Testing</vt:lpstr>
      <vt:lpstr>Contract Testing</vt:lpstr>
      <vt:lpstr>Producing a Contract</vt:lpstr>
      <vt:lpstr>Consumer-Driven Contracts</vt:lpstr>
      <vt:lpstr>Why Consumer-Driven Contracts?</vt:lpstr>
      <vt:lpstr>Why not OpenAPI?</vt:lpstr>
      <vt:lpstr>Pact</vt:lpstr>
      <vt:lpstr>Coding demo</vt:lpstr>
      <vt:lpstr>Recap</vt:lpstr>
      <vt:lpstr>Further Reading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Ward</dc:creator>
  <cp:lastModifiedBy>Daniel Ward</cp:lastModifiedBy>
  <cp:revision>21</cp:revision>
  <dcterms:created xsi:type="dcterms:W3CDTF">2024-07-23T00:54:19Z</dcterms:created>
  <dcterms:modified xsi:type="dcterms:W3CDTF">2024-08-08T22:16:17Z</dcterms:modified>
</cp:coreProperties>
</file>